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Calibri (MS) Bold" charset="1" panose="020F0702030404030204"/>
      <p:regular r:id="rId25"/>
    </p:embeddedFont>
    <p:embeddedFont>
      <p:font typeface="Calibri (MS)" charset="1" panose="020F0502020204030204"/>
      <p:regular r:id="rId26"/>
    </p:embeddedFont>
    <p:embeddedFont>
      <p:font typeface="Consolas" charset="1" panose="020B0609020204030204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notesSlides/notesSlide2.xml" Type="http://schemas.openxmlformats.org/officeDocument/2006/relationships/notesSlide"/><Relationship Id="rId28" Target="notesSlides/notesSlide3.xml" Type="http://schemas.openxmlformats.org/officeDocument/2006/relationships/notesSlide"/><Relationship Id="rId29" Target="notesSlides/notesSlide4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5.xml" Type="http://schemas.openxmlformats.org/officeDocument/2006/relationships/notesSlide"/><Relationship Id="rId31" Target="notesSlides/notesSlide6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7.xml" Type="http://schemas.openxmlformats.org/officeDocument/2006/relationships/notesSlide"/><Relationship Id="rId34" Target="notesSlides/notesSlide8.xml" Type="http://schemas.openxmlformats.org/officeDocument/2006/relationships/notesSlide"/><Relationship Id="rId35" Target="notesSlides/notesSlide9.xml" Type="http://schemas.openxmlformats.org/officeDocument/2006/relationships/notesSlide"/><Relationship Id="rId36" Target="notesSlides/notesSlide10.xml" Type="http://schemas.openxmlformats.org/officeDocument/2006/relationships/notesSlide"/><Relationship Id="rId37" Target="notesSlides/notesSlide11.xml" Type="http://schemas.openxmlformats.org/officeDocument/2006/relationships/notesSlide"/><Relationship Id="rId38" Target="notesSlides/notesSlide12.xml" Type="http://schemas.openxmlformats.org/officeDocument/2006/relationships/notesSlide"/><Relationship Id="rId39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4.xml" Type="http://schemas.openxmlformats.org/officeDocument/2006/relationships/notesSlide"/><Relationship Id="rId41" Target="notesSlides/notesSlide15.xml" Type="http://schemas.openxmlformats.org/officeDocument/2006/relationships/notesSlide"/><Relationship Id="rId42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https://youtu.be/aB4OxZaYg_0" TargetMode="External" Type="http://schemas.openxmlformats.org/officeDocument/2006/relationships/hyperlink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jpeg" Type="http://schemas.openxmlformats.org/officeDocument/2006/relationships/image"/><Relationship Id="rId4" Target="../media/image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1.jpeg" Type="http://schemas.openxmlformats.org/officeDocument/2006/relationships/image"/><Relationship Id="rId4" Target="../media/image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1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1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354587" cy="10312403"/>
            <a:chOff x="0" y="0"/>
            <a:chExt cx="472783" cy="13749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43891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438912">
                  <a:moveTo>
                    <a:pt x="0" y="0"/>
                  </a:moveTo>
                  <a:lnTo>
                    <a:pt x="438912" y="0"/>
                  </a:lnTo>
                  <a:lnTo>
                    <a:pt x="43891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7269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472694">
                  <a:moveTo>
                    <a:pt x="16891" y="0"/>
                  </a:moveTo>
                  <a:lnTo>
                    <a:pt x="455803" y="0"/>
                  </a:lnTo>
                  <a:cubicBezTo>
                    <a:pt x="465201" y="0"/>
                    <a:pt x="472694" y="7620"/>
                    <a:pt x="472694" y="16891"/>
                  </a:cubicBezTo>
                  <a:lnTo>
                    <a:pt x="472694" y="13732890"/>
                  </a:lnTo>
                  <a:cubicBezTo>
                    <a:pt x="472694" y="13742290"/>
                    <a:pt x="465074" y="13749782"/>
                    <a:pt x="45580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455803" y="13716000"/>
                  </a:lnTo>
                  <a:lnTo>
                    <a:pt x="455803" y="13732890"/>
                  </a:lnTo>
                  <a:lnTo>
                    <a:pt x="438912" y="13732890"/>
                  </a:lnTo>
                  <a:lnTo>
                    <a:pt x="438912" y="16891"/>
                  </a:lnTo>
                  <a:lnTo>
                    <a:pt x="455803" y="16891"/>
                  </a:lnTo>
                  <a:lnTo>
                    <a:pt x="4558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3703303" y="-927097"/>
            <a:ext cx="7340603" cy="7340603"/>
            <a:chOff x="0" y="0"/>
            <a:chExt cx="9787471" cy="97874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97536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787509" cy="9787382"/>
            </a:xfrm>
            <a:custGeom>
              <a:avLst/>
              <a:gdLst/>
              <a:ahLst/>
              <a:cxnLst/>
              <a:rect r="r" b="b" t="t" l="l"/>
              <a:pathLst>
                <a:path h="9787382" w="9787509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7C3AED">
                <a:alpha val="1176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4983463" y="4559303"/>
            <a:ext cx="4597403" cy="4597403"/>
            <a:chOff x="0" y="0"/>
            <a:chExt cx="6129871" cy="612987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6891" y="16891"/>
              <a:ext cx="6096000" cy="6096000"/>
            </a:xfrm>
            <a:custGeom>
              <a:avLst/>
              <a:gdLst/>
              <a:ahLst/>
              <a:cxnLst/>
              <a:rect r="r" b="b" t="t" l="l"/>
              <a:pathLst>
                <a:path h="6096000" w="6096000">
                  <a:moveTo>
                    <a:pt x="0" y="3048000"/>
                  </a:moveTo>
                  <a:cubicBezTo>
                    <a:pt x="0" y="1364615"/>
                    <a:pt x="1364615" y="0"/>
                    <a:pt x="3048000" y="0"/>
                  </a:cubicBezTo>
                  <a:cubicBezTo>
                    <a:pt x="4731385" y="0"/>
                    <a:pt x="6096000" y="1364615"/>
                    <a:pt x="6096000" y="3048000"/>
                  </a:cubicBezTo>
                  <a:cubicBezTo>
                    <a:pt x="6096000" y="4731385"/>
                    <a:pt x="4731385" y="6096000"/>
                    <a:pt x="3048000" y="6096000"/>
                  </a:cubicBezTo>
                  <a:cubicBezTo>
                    <a:pt x="1364615" y="6096000"/>
                    <a:pt x="0" y="4731385"/>
                    <a:pt x="0" y="3048000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129909" cy="6129782"/>
            </a:xfrm>
            <a:custGeom>
              <a:avLst/>
              <a:gdLst/>
              <a:ahLst/>
              <a:cxnLst/>
              <a:rect r="r" b="b" t="t" l="l"/>
              <a:pathLst>
                <a:path h="6129782" w="6129909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22C55E">
                <a:alpha val="784"/>
              </a:srgbClr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914400" y="2194560"/>
            <a:ext cx="12801600" cy="2194560"/>
            <a:chOff x="0" y="0"/>
            <a:chExt cx="17068800" cy="292608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70688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3662" r="0" b="-63662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57175"/>
              <a:ext cx="17068800" cy="31832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5360"/>
                </a:lnSpc>
              </a:pPr>
              <a:r>
                <a:rPr lang="en-US" sz="128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EduCMS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14400" y="4480560"/>
            <a:ext cx="12801600" cy="731520"/>
            <a:chOff x="0" y="0"/>
            <a:chExt cx="17068800" cy="9753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7068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0988" r="0" b="-29098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70688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Educational Content Management System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01703" y="5382263"/>
            <a:ext cx="5511803" cy="98555"/>
            <a:chOff x="0" y="0"/>
            <a:chExt cx="7349071" cy="1314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315200" cy="97536"/>
            </a:xfrm>
            <a:custGeom>
              <a:avLst/>
              <a:gdLst/>
              <a:ahLst/>
              <a:cxnLst/>
              <a:rect r="r" b="b" t="t" l="l"/>
              <a:pathLst>
                <a:path h="97536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97536"/>
                  </a:lnTo>
                  <a:lnTo>
                    <a:pt x="0" y="97536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48982" cy="131320"/>
            </a:xfrm>
            <a:custGeom>
              <a:avLst/>
              <a:gdLst/>
              <a:ahLst/>
              <a:cxnLst/>
              <a:rect r="r" b="b" t="t" l="l"/>
              <a:pathLst>
                <a:path h="131320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14427"/>
                  </a:lnTo>
                  <a:cubicBezTo>
                    <a:pt x="7348982" y="123825"/>
                    <a:pt x="7341362" y="131318"/>
                    <a:pt x="7332091" y="131318"/>
                  </a:cubicBezTo>
                  <a:lnTo>
                    <a:pt x="16891" y="131318"/>
                  </a:lnTo>
                  <a:cubicBezTo>
                    <a:pt x="7620" y="131445"/>
                    <a:pt x="0" y="123825"/>
                    <a:pt x="0" y="11442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4427"/>
                  </a:lnTo>
                  <a:lnTo>
                    <a:pt x="16891" y="114427"/>
                  </a:lnTo>
                  <a:lnTo>
                    <a:pt x="16891" y="97536"/>
                  </a:lnTo>
                  <a:lnTo>
                    <a:pt x="7332091" y="97536"/>
                  </a:lnTo>
                  <a:lnTo>
                    <a:pt x="7332091" y="114427"/>
                  </a:lnTo>
                  <a:lnTo>
                    <a:pt x="7315200" y="114427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14400" y="5852160"/>
            <a:ext cx="12801600" cy="548640"/>
            <a:chOff x="0" y="0"/>
            <a:chExt cx="170688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17068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>
                  <a:solidFill>
                    <a:srgbClr val="A78BF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 4331 — Object-Oriented Software Development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14400" y="6583680"/>
            <a:ext cx="12801600" cy="548640"/>
            <a:chOff x="0" y="0"/>
            <a:chExt cx="17068800" cy="7315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7068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706880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4650" r="0" b="-40465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70688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University of Central Florida  |  Spring 2026  |  April 16, 2026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01703" y="8216903"/>
            <a:ext cx="2585723" cy="574043"/>
            <a:chOff x="0" y="0"/>
            <a:chExt cx="3447631" cy="7653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447542" cy="765304"/>
            </a:xfrm>
            <a:custGeom>
              <a:avLst/>
              <a:gdLst/>
              <a:ahLst/>
              <a:cxnLst/>
              <a:rect r="r" b="b" t="t" l="l"/>
              <a:pathLst>
                <a:path h="765304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48411"/>
                  </a:lnTo>
                  <a:cubicBezTo>
                    <a:pt x="3447542" y="757809"/>
                    <a:pt x="3439922" y="765302"/>
                    <a:pt x="34306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430651" y="731520"/>
                  </a:lnTo>
                  <a:lnTo>
                    <a:pt x="3430651" y="748411"/>
                  </a:lnTo>
                  <a:lnTo>
                    <a:pt x="3413760" y="74841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14400" y="8229600"/>
            <a:ext cx="2560320" cy="548640"/>
            <a:chOff x="0" y="0"/>
            <a:chExt cx="3413760" cy="7315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MongoDB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736343" y="8216903"/>
            <a:ext cx="2585723" cy="574043"/>
            <a:chOff x="0" y="0"/>
            <a:chExt cx="3447631" cy="765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447542" cy="765304"/>
            </a:xfrm>
            <a:custGeom>
              <a:avLst/>
              <a:gdLst/>
              <a:ahLst/>
              <a:cxnLst/>
              <a:rect r="r" b="b" t="t" l="l"/>
              <a:pathLst>
                <a:path h="765304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48411"/>
                  </a:lnTo>
                  <a:cubicBezTo>
                    <a:pt x="3447542" y="757809"/>
                    <a:pt x="3439922" y="765302"/>
                    <a:pt x="34306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430651" y="731520"/>
                  </a:lnTo>
                  <a:lnTo>
                    <a:pt x="3430651" y="748411"/>
                  </a:lnTo>
                  <a:lnTo>
                    <a:pt x="3413760" y="74841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3749040" y="8229600"/>
            <a:ext cx="2560320" cy="548640"/>
            <a:chOff x="0" y="0"/>
            <a:chExt cx="3413760" cy="7315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Express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6570983" y="8216903"/>
            <a:ext cx="2585723" cy="574043"/>
            <a:chOff x="0" y="0"/>
            <a:chExt cx="3447631" cy="7653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3447542" cy="765304"/>
            </a:xfrm>
            <a:custGeom>
              <a:avLst/>
              <a:gdLst/>
              <a:ahLst/>
              <a:cxnLst/>
              <a:rect r="r" b="b" t="t" l="l"/>
              <a:pathLst>
                <a:path h="765304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48411"/>
                  </a:lnTo>
                  <a:cubicBezTo>
                    <a:pt x="3447542" y="757809"/>
                    <a:pt x="3439922" y="765302"/>
                    <a:pt x="34306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430651" y="731520"/>
                  </a:lnTo>
                  <a:lnTo>
                    <a:pt x="3430651" y="748411"/>
                  </a:lnTo>
                  <a:lnTo>
                    <a:pt x="3413760" y="74841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583680" y="8229600"/>
            <a:ext cx="2560320" cy="548640"/>
            <a:chOff x="0" y="0"/>
            <a:chExt cx="3413760" cy="7315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405623" y="8216903"/>
            <a:ext cx="2585723" cy="574043"/>
            <a:chOff x="0" y="0"/>
            <a:chExt cx="3447631" cy="7653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447542" cy="765304"/>
            </a:xfrm>
            <a:custGeom>
              <a:avLst/>
              <a:gdLst/>
              <a:ahLst/>
              <a:cxnLst/>
              <a:rect r="r" b="b" t="t" l="l"/>
              <a:pathLst>
                <a:path h="765304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48411"/>
                  </a:lnTo>
                  <a:cubicBezTo>
                    <a:pt x="3447542" y="757809"/>
                    <a:pt x="3439922" y="765302"/>
                    <a:pt x="34306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430651" y="731520"/>
                  </a:lnTo>
                  <a:lnTo>
                    <a:pt x="3430651" y="748411"/>
                  </a:lnTo>
                  <a:lnTo>
                    <a:pt x="3413760" y="74841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9418320" y="8229600"/>
            <a:ext cx="2560320" cy="548640"/>
            <a:chOff x="0" y="0"/>
            <a:chExt cx="3413760" cy="7315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Flutter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2240263" y="8216903"/>
            <a:ext cx="2585723" cy="574043"/>
            <a:chOff x="0" y="0"/>
            <a:chExt cx="3447631" cy="7653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447542" cy="765304"/>
            </a:xfrm>
            <a:custGeom>
              <a:avLst/>
              <a:gdLst/>
              <a:ahLst/>
              <a:cxnLst/>
              <a:rect r="r" b="b" t="t" l="l"/>
              <a:pathLst>
                <a:path h="765304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48411"/>
                  </a:lnTo>
                  <a:cubicBezTo>
                    <a:pt x="3447542" y="757809"/>
                    <a:pt x="3439922" y="765302"/>
                    <a:pt x="34306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430651" y="731520"/>
                  </a:lnTo>
                  <a:lnTo>
                    <a:pt x="3430651" y="748411"/>
                  </a:lnTo>
                  <a:lnTo>
                    <a:pt x="3413760" y="74841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2252960" y="8229600"/>
            <a:ext cx="2560320" cy="548640"/>
            <a:chOff x="0" y="0"/>
            <a:chExt cx="3413760" cy="73152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Node.js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5074903" y="8216903"/>
            <a:ext cx="2585723" cy="574043"/>
            <a:chOff x="0" y="0"/>
            <a:chExt cx="3447631" cy="76539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3447542" cy="765304"/>
            </a:xfrm>
            <a:custGeom>
              <a:avLst/>
              <a:gdLst/>
              <a:ahLst/>
              <a:cxnLst/>
              <a:rect r="r" b="b" t="t" l="l"/>
              <a:pathLst>
                <a:path h="765304" w="3447542">
                  <a:moveTo>
                    <a:pt x="16891" y="0"/>
                  </a:moveTo>
                  <a:lnTo>
                    <a:pt x="3430651" y="0"/>
                  </a:lnTo>
                  <a:cubicBezTo>
                    <a:pt x="3440049" y="0"/>
                    <a:pt x="3447542" y="7620"/>
                    <a:pt x="3447542" y="16891"/>
                  </a:cubicBezTo>
                  <a:lnTo>
                    <a:pt x="3447542" y="748411"/>
                  </a:lnTo>
                  <a:cubicBezTo>
                    <a:pt x="3447542" y="757809"/>
                    <a:pt x="3439922" y="765302"/>
                    <a:pt x="343065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430651" y="731520"/>
                  </a:lnTo>
                  <a:lnTo>
                    <a:pt x="3430651" y="748411"/>
                  </a:lnTo>
                  <a:lnTo>
                    <a:pt x="3413760" y="748411"/>
                  </a:lnTo>
                  <a:lnTo>
                    <a:pt x="3413760" y="16891"/>
                  </a:lnTo>
                  <a:lnTo>
                    <a:pt x="3430651" y="16891"/>
                  </a:lnTo>
                  <a:lnTo>
                    <a:pt x="34306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5087600" y="8229600"/>
            <a:ext cx="2560320" cy="548640"/>
            <a:chOff x="0" y="0"/>
            <a:chExt cx="3413760" cy="7315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413760" cy="731520"/>
            </a:xfrm>
            <a:custGeom>
              <a:avLst/>
              <a:gdLst/>
              <a:ahLst/>
              <a:cxnLst/>
              <a:rect r="r" b="b" t="t" l="l"/>
              <a:pathLst>
                <a:path h="731520" w="3413760">
                  <a:moveTo>
                    <a:pt x="0" y="0"/>
                  </a:moveTo>
                  <a:lnTo>
                    <a:pt x="3413760" y="0"/>
                  </a:lnTo>
                  <a:lnTo>
                    <a:pt x="341376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0930" r="0" b="-4093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341376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TypeScript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TEAM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 Members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796540"/>
            <a:ext cx="5328923" cy="2494283"/>
            <a:chOff x="0" y="0"/>
            <a:chExt cx="7105231" cy="33257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1051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08731"/>
                  </a:lnTo>
                  <a:cubicBezTo>
                    <a:pt x="7105142" y="3318129"/>
                    <a:pt x="7097522" y="3325622"/>
                    <a:pt x="70882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088251" y="3291840"/>
                  </a:lnTo>
                  <a:lnTo>
                    <a:pt x="7088251" y="3308731"/>
                  </a:lnTo>
                  <a:lnTo>
                    <a:pt x="7071360" y="33087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796540"/>
            <a:ext cx="153419" cy="2494283"/>
            <a:chOff x="0" y="0"/>
            <a:chExt cx="204559" cy="33257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48007" y="3381756"/>
            <a:ext cx="1031243" cy="1031243"/>
            <a:chOff x="0" y="0"/>
            <a:chExt cx="1374991" cy="1374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3B0764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60704" y="3394453"/>
            <a:ext cx="1005840" cy="1005840"/>
            <a:chOff x="0" y="0"/>
            <a:chExt cx="1341120" cy="13411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2231136" y="3065269"/>
            <a:ext cx="3566160" cy="512064"/>
            <a:chOff x="0" y="0"/>
            <a:chExt cx="475488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4754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Luiz Gomes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231136" y="3577333"/>
            <a:ext cx="3566160" cy="402336"/>
            <a:chOff x="0" y="0"/>
            <a:chExt cx="4754880" cy="536448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754880" cy="536448"/>
            </a:xfrm>
            <a:custGeom>
              <a:avLst/>
              <a:gdLst/>
              <a:ahLst/>
              <a:cxnLst/>
              <a:rect r="r" b="b" t="t" l="l"/>
              <a:pathLst>
                <a:path h="53644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4754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@LuizGomes56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231136" y="3997957"/>
            <a:ext cx="3566160" cy="1097280"/>
            <a:chOff x="0" y="0"/>
            <a:chExt cx="475488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47548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architecture, API type system,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authentication, CRUD controllers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479543" y="2796540"/>
            <a:ext cx="5328923" cy="2494283"/>
            <a:chOff x="0" y="0"/>
            <a:chExt cx="7105231" cy="33257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1051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08731"/>
                  </a:lnTo>
                  <a:cubicBezTo>
                    <a:pt x="7105142" y="3318129"/>
                    <a:pt x="7097522" y="3325622"/>
                    <a:pt x="70882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088251" y="3291840"/>
                  </a:lnTo>
                  <a:lnTo>
                    <a:pt x="7088251" y="3308731"/>
                  </a:lnTo>
                  <a:lnTo>
                    <a:pt x="7071360" y="33087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6479543" y="2796540"/>
            <a:ext cx="153419" cy="2494283"/>
            <a:chOff x="0" y="0"/>
            <a:chExt cx="204559" cy="33257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6808727" y="3381756"/>
            <a:ext cx="1031243" cy="1031243"/>
            <a:chOff x="0" y="0"/>
            <a:chExt cx="1374991" cy="137499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3B076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821424" y="3394453"/>
            <a:ext cx="1005840" cy="1005840"/>
            <a:chOff x="0" y="0"/>
            <a:chExt cx="1341120" cy="134112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991856" y="3065269"/>
            <a:ext cx="3566160" cy="512064"/>
            <a:chOff x="0" y="0"/>
            <a:chExt cx="4754880" cy="68275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4754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Giovana Medeiros Castro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991856" y="3577333"/>
            <a:ext cx="3566160" cy="402336"/>
            <a:chOff x="0" y="0"/>
            <a:chExt cx="4754880" cy="536448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4754880" cy="536448"/>
            </a:xfrm>
            <a:custGeom>
              <a:avLst/>
              <a:gdLst/>
              <a:ahLst/>
              <a:cxnLst/>
              <a:rect r="r" b="b" t="t" l="l"/>
              <a:pathLst>
                <a:path h="53644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4754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@gimcastro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991856" y="3997957"/>
            <a:ext cx="3566160" cy="1097280"/>
            <a:chOff x="0" y="0"/>
            <a:chExt cx="4754880" cy="14630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47548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Questions page, mobile account page, diagrams, documentation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12240263" y="2796540"/>
            <a:ext cx="5328923" cy="2494283"/>
            <a:chOff x="0" y="0"/>
            <a:chExt cx="7105231" cy="332571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1051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08731"/>
                  </a:lnTo>
                  <a:cubicBezTo>
                    <a:pt x="7105142" y="3318129"/>
                    <a:pt x="7097522" y="3325622"/>
                    <a:pt x="70882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088251" y="3291840"/>
                  </a:lnTo>
                  <a:lnTo>
                    <a:pt x="7088251" y="3308731"/>
                  </a:lnTo>
                  <a:lnTo>
                    <a:pt x="7071360" y="33087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2240263" y="2796540"/>
            <a:ext cx="153419" cy="2494283"/>
            <a:chOff x="0" y="0"/>
            <a:chExt cx="204559" cy="33257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12569447" y="3381756"/>
            <a:ext cx="1031243" cy="1031243"/>
            <a:chOff x="0" y="0"/>
            <a:chExt cx="1374991" cy="137499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3B0764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12582144" y="3394453"/>
            <a:ext cx="1005840" cy="1005840"/>
            <a:chOff x="0" y="0"/>
            <a:chExt cx="1341120" cy="1341120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52576" y="3065269"/>
            <a:ext cx="3566160" cy="512064"/>
            <a:chOff x="0" y="0"/>
            <a:chExt cx="475488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4754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Joe Ervin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3752576" y="3577333"/>
            <a:ext cx="3566160" cy="402336"/>
            <a:chOff x="0" y="0"/>
            <a:chExt cx="4754880" cy="536448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4754880" cy="536448"/>
            </a:xfrm>
            <a:custGeom>
              <a:avLst/>
              <a:gdLst/>
              <a:ahLst/>
              <a:cxnLst/>
              <a:rect r="r" b="b" t="t" l="l"/>
              <a:pathLst>
                <a:path h="53644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4754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@joe-ervin05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13752576" y="3997957"/>
            <a:ext cx="3566160" cy="1097280"/>
            <a:chOff x="0" y="0"/>
            <a:chExt cx="4754880" cy="146304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38100"/>
              <a:ext cx="47548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 schemas, frontend pages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(topics, questions, auth), mobile forgot password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718823" y="5631180"/>
            <a:ext cx="5328923" cy="2494283"/>
            <a:chOff x="0" y="0"/>
            <a:chExt cx="7105231" cy="332571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71051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08731"/>
                  </a:lnTo>
                  <a:cubicBezTo>
                    <a:pt x="7105142" y="3318129"/>
                    <a:pt x="7097522" y="3325622"/>
                    <a:pt x="70882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088251" y="3291840"/>
                  </a:lnTo>
                  <a:lnTo>
                    <a:pt x="7088251" y="3308731"/>
                  </a:lnTo>
                  <a:lnTo>
                    <a:pt x="7071360" y="33087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718823" y="5631180"/>
            <a:ext cx="153419" cy="2494283"/>
            <a:chOff x="0" y="0"/>
            <a:chExt cx="204559" cy="332571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048007" y="6216396"/>
            <a:ext cx="1031243" cy="1031243"/>
            <a:chOff x="0" y="0"/>
            <a:chExt cx="1374991" cy="1374991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3B0764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83" id="83"/>
          <p:cNvGrpSpPr/>
          <p:nvPr/>
        </p:nvGrpSpPr>
        <p:grpSpPr>
          <a:xfrm rot="0">
            <a:off x="1060704" y="6229093"/>
            <a:ext cx="1005840" cy="1005840"/>
            <a:chOff x="0" y="0"/>
            <a:chExt cx="1341120" cy="13411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2231136" y="5899909"/>
            <a:ext cx="3566160" cy="512064"/>
            <a:chOff x="0" y="0"/>
            <a:chExt cx="4754880" cy="68275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57150"/>
              <a:ext cx="4754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Maria Colmenares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2231136" y="6411973"/>
            <a:ext cx="3566160" cy="402336"/>
            <a:chOff x="0" y="0"/>
            <a:chExt cx="4754880" cy="536448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4754880" cy="536448"/>
            </a:xfrm>
            <a:custGeom>
              <a:avLst/>
              <a:gdLst/>
              <a:ahLst/>
              <a:cxnLst/>
              <a:rect r="r" b="b" t="t" l="l"/>
              <a:pathLst>
                <a:path h="53644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4754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@macolmenares18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231136" y="6832597"/>
            <a:ext cx="3566160" cy="1097280"/>
            <a:chOff x="0" y="0"/>
            <a:chExt cx="4754880" cy="146304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7548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dashboard, wireframes,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dashboard, presentation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6479543" y="5631180"/>
            <a:ext cx="5328923" cy="2494283"/>
            <a:chOff x="0" y="0"/>
            <a:chExt cx="7105231" cy="3325711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71051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08731"/>
                  </a:lnTo>
                  <a:cubicBezTo>
                    <a:pt x="7105142" y="3318129"/>
                    <a:pt x="7097522" y="3325622"/>
                    <a:pt x="70882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088251" y="3291840"/>
                  </a:lnTo>
                  <a:lnTo>
                    <a:pt x="7088251" y="3308731"/>
                  </a:lnTo>
                  <a:lnTo>
                    <a:pt x="7071360" y="33087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6479543" y="5631180"/>
            <a:ext cx="153419" cy="2494283"/>
            <a:chOff x="0" y="0"/>
            <a:chExt cx="204559" cy="3325711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6808727" y="6216396"/>
            <a:ext cx="1031243" cy="1031243"/>
            <a:chOff x="0" y="0"/>
            <a:chExt cx="1374991" cy="1374991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3B0764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6821424" y="6229093"/>
            <a:ext cx="1005840" cy="1005840"/>
            <a:chOff x="0" y="0"/>
            <a:chExt cx="1341120" cy="1341120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991856" y="5899909"/>
            <a:ext cx="3566160" cy="512064"/>
            <a:chOff x="0" y="0"/>
            <a:chExt cx="4754880" cy="68275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57150"/>
              <a:ext cx="4754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Jashua Sauri Colon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7991856" y="6411973"/>
            <a:ext cx="3566160" cy="402336"/>
            <a:chOff x="0" y="0"/>
            <a:chExt cx="4754880" cy="536448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4754880" cy="536448"/>
            </a:xfrm>
            <a:custGeom>
              <a:avLst/>
              <a:gdLst/>
              <a:ahLst/>
              <a:cxnLst/>
              <a:rect r="r" b="b" t="t" l="l"/>
              <a:pathLst>
                <a:path h="53644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4754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@JYSCN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7991856" y="6832597"/>
            <a:ext cx="3566160" cy="1097280"/>
            <a:chOff x="0" y="0"/>
            <a:chExt cx="4754880" cy="1463040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47548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Frontend setup, routing,</a:t>
              </a:r>
            </a:p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email verification, mobile app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2240263" y="5631180"/>
            <a:ext cx="5328923" cy="2494283"/>
            <a:chOff x="0" y="0"/>
            <a:chExt cx="7105231" cy="3325711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16891" y="16891"/>
              <a:ext cx="7071360" cy="3291840"/>
            </a:xfrm>
            <a:custGeom>
              <a:avLst/>
              <a:gdLst/>
              <a:ahLst/>
              <a:cxnLst/>
              <a:rect r="r" b="b" t="t" l="l"/>
              <a:pathLst>
                <a:path h="32918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0" y="0"/>
              <a:ext cx="7105142" cy="3325622"/>
            </a:xfrm>
            <a:custGeom>
              <a:avLst/>
              <a:gdLst/>
              <a:ahLst/>
              <a:cxnLst/>
              <a:rect r="r" b="b" t="t" l="l"/>
              <a:pathLst>
                <a:path h="3325622" w="7105142">
                  <a:moveTo>
                    <a:pt x="16891" y="0"/>
                  </a:moveTo>
                  <a:lnTo>
                    <a:pt x="7088251" y="0"/>
                  </a:lnTo>
                  <a:cubicBezTo>
                    <a:pt x="7097649" y="0"/>
                    <a:pt x="7105142" y="7620"/>
                    <a:pt x="7105142" y="16891"/>
                  </a:cubicBezTo>
                  <a:lnTo>
                    <a:pt x="7105142" y="3308731"/>
                  </a:lnTo>
                  <a:cubicBezTo>
                    <a:pt x="7105142" y="3318129"/>
                    <a:pt x="7097522" y="3325622"/>
                    <a:pt x="7088251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7088251" y="3291840"/>
                  </a:lnTo>
                  <a:lnTo>
                    <a:pt x="7088251" y="3308731"/>
                  </a:lnTo>
                  <a:lnTo>
                    <a:pt x="7071360" y="3308731"/>
                  </a:lnTo>
                  <a:lnTo>
                    <a:pt x="7071360" y="16891"/>
                  </a:lnTo>
                  <a:lnTo>
                    <a:pt x="7088251" y="16891"/>
                  </a:lnTo>
                  <a:lnTo>
                    <a:pt x="70882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19" id="119"/>
          <p:cNvGrpSpPr/>
          <p:nvPr/>
        </p:nvGrpSpPr>
        <p:grpSpPr>
          <a:xfrm rot="0">
            <a:off x="12240263" y="5631180"/>
            <a:ext cx="153419" cy="2494283"/>
            <a:chOff x="0" y="0"/>
            <a:chExt cx="204559" cy="3325711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70688" cy="3291840"/>
            </a:xfrm>
            <a:custGeom>
              <a:avLst/>
              <a:gdLst/>
              <a:ahLst/>
              <a:cxnLst/>
              <a:rect r="r" b="b" t="t" l="l"/>
              <a:pathLst>
                <a:path h="32918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3291840"/>
                  </a:lnTo>
                  <a:lnTo>
                    <a:pt x="0" y="329184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204470" cy="3325622"/>
            </a:xfrm>
            <a:custGeom>
              <a:avLst/>
              <a:gdLst/>
              <a:ahLst/>
              <a:cxnLst/>
              <a:rect r="r" b="b" t="t" l="l"/>
              <a:pathLst>
                <a:path h="33256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3308731"/>
                  </a:lnTo>
                  <a:cubicBezTo>
                    <a:pt x="204470" y="3318129"/>
                    <a:pt x="196850" y="3325622"/>
                    <a:pt x="187579" y="3325622"/>
                  </a:cubicBezTo>
                  <a:lnTo>
                    <a:pt x="16891" y="3325622"/>
                  </a:lnTo>
                  <a:cubicBezTo>
                    <a:pt x="7493" y="3325622"/>
                    <a:pt x="0" y="3318002"/>
                    <a:pt x="0" y="33087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3308731"/>
                  </a:lnTo>
                  <a:lnTo>
                    <a:pt x="16891" y="3308731"/>
                  </a:lnTo>
                  <a:lnTo>
                    <a:pt x="16891" y="3291840"/>
                  </a:lnTo>
                  <a:lnTo>
                    <a:pt x="187579" y="3291840"/>
                  </a:lnTo>
                  <a:lnTo>
                    <a:pt x="187579" y="3308731"/>
                  </a:lnTo>
                  <a:lnTo>
                    <a:pt x="170688" y="33087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2569447" y="6216396"/>
            <a:ext cx="1031243" cy="1031243"/>
            <a:chOff x="0" y="0"/>
            <a:chExt cx="1374991" cy="1374991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16891" y="16891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670560"/>
                  </a:moveTo>
                  <a:cubicBezTo>
                    <a:pt x="0" y="300228"/>
                    <a:pt x="300228" y="0"/>
                    <a:pt x="670560" y="0"/>
                  </a:cubicBezTo>
                  <a:cubicBezTo>
                    <a:pt x="1040892" y="0"/>
                    <a:pt x="1341120" y="300228"/>
                    <a:pt x="1341120" y="670560"/>
                  </a:cubicBezTo>
                  <a:cubicBezTo>
                    <a:pt x="1341120" y="1040892"/>
                    <a:pt x="1040892" y="1341120"/>
                    <a:pt x="670560" y="1341120"/>
                  </a:cubicBezTo>
                  <a:cubicBezTo>
                    <a:pt x="300228" y="1341120"/>
                    <a:pt x="0" y="1040892"/>
                    <a:pt x="0" y="670560"/>
                  </a:cubicBezTo>
                  <a:close/>
                </a:path>
              </a:pathLst>
            </a:custGeom>
            <a:solidFill>
              <a:srgbClr val="3B0764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0" y="0"/>
              <a:ext cx="1374902" cy="1374902"/>
            </a:xfrm>
            <a:custGeom>
              <a:avLst/>
              <a:gdLst/>
              <a:ahLst/>
              <a:cxnLst/>
              <a:rect r="r" b="b" t="t" l="l"/>
              <a:pathLst>
                <a:path h="1374902" w="1374902">
                  <a:moveTo>
                    <a:pt x="0" y="687451"/>
                  </a:moveTo>
                  <a:cubicBezTo>
                    <a:pt x="0" y="307848"/>
                    <a:pt x="307848" y="0"/>
                    <a:pt x="687451" y="0"/>
                  </a:cubicBezTo>
                  <a:lnTo>
                    <a:pt x="687451" y="16891"/>
                  </a:lnTo>
                  <a:lnTo>
                    <a:pt x="687451" y="0"/>
                  </a:lnTo>
                  <a:cubicBezTo>
                    <a:pt x="1067181" y="0"/>
                    <a:pt x="1374902" y="307848"/>
                    <a:pt x="1374902" y="687451"/>
                  </a:cubicBezTo>
                  <a:lnTo>
                    <a:pt x="1358011" y="687451"/>
                  </a:lnTo>
                  <a:lnTo>
                    <a:pt x="1374902" y="687451"/>
                  </a:lnTo>
                  <a:cubicBezTo>
                    <a:pt x="1374902" y="1067181"/>
                    <a:pt x="1067054" y="1374902"/>
                    <a:pt x="687451" y="1374902"/>
                  </a:cubicBezTo>
                  <a:lnTo>
                    <a:pt x="687451" y="1358011"/>
                  </a:lnTo>
                  <a:lnTo>
                    <a:pt x="687451" y="1374902"/>
                  </a:lnTo>
                  <a:cubicBezTo>
                    <a:pt x="307848" y="1375029"/>
                    <a:pt x="0" y="1067181"/>
                    <a:pt x="0" y="687451"/>
                  </a:cubicBezTo>
                  <a:lnTo>
                    <a:pt x="16891" y="687451"/>
                  </a:lnTo>
                  <a:lnTo>
                    <a:pt x="33909" y="687451"/>
                  </a:lnTo>
                  <a:lnTo>
                    <a:pt x="16891" y="687451"/>
                  </a:lnTo>
                  <a:lnTo>
                    <a:pt x="0" y="687451"/>
                  </a:lnTo>
                  <a:moveTo>
                    <a:pt x="33909" y="687451"/>
                  </a:moveTo>
                  <a:cubicBezTo>
                    <a:pt x="33909" y="696849"/>
                    <a:pt x="26289" y="704342"/>
                    <a:pt x="17018" y="704342"/>
                  </a:cubicBezTo>
                  <a:cubicBezTo>
                    <a:pt x="7747" y="704342"/>
                    <a:pt x="0" y="696849"/>
                    <a:pt x="0" y="687451"/>
                  </a:cubicBezTo>
                  <a:cubicBezTo>
                    <a:pt x="0" y="678053"/>
                    <a:pt x="7620" y="670560"/>
                    <a:pt x="16891" y="670560"/>
                  </a:cubicBezTo>
                  <a:cubicBezTo>
                    <a:pt x="26162" y="670560"/>
                    <a:pt x="33782" y="678180"/>
                    <a:pt x="33782" y="687451"/>
                  </a:cubicBezTo>
                  <a:cubicBezTo>
                    <a:pt x="33782" y="1048385"/>
                    <a:pt x="326390" y="1341120"/>
                    <a:pt x="687451" y="1341120"/>
                  </a:cubicBezTo>
                  <a:cubicBezTo>
                    <a:pt x="1048385" y="1341120"/>
                    <a:pt x="1341120" y="1048512"/>
                    <a:pt x="1341120" y="687451"/>
                  </a:cubicBezTo>
                  <a:cubicBezTo>
                    <a:pt x="1341120" y="326517"/>
                    <a:pt x="1048512" y="33782"/>
                    <a:pt x="687451" y="33782"/>
                  </a:cubicBezTo>
                  <a:lnTo>
                    <a:pt x="687451" y="16891"/>
                  </a:lnTo>
                  <a:lnTo>
                    <a:pt x="687451" y="33909"/>
                  </a:lnTo>
                  <a:cubicBezTo>
                    <a:pt x="326517" y="33909"/>
                    <a:pt x="33909" y="326517"/>
                    <a:pt x="33909" y="687451"/>
                  </a:cubicBez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25" id="125"/>
          <p:cNvGrpSpPr/>
          <p:nvPr/>
        </p:nvGrpSpPr>
        <p:grpSpPr>
          <a:xfrm rot="0">
            <a:off x="12582144" y="6229093"/>
            <a:ext cx="1005840" cy="1005840"/>
            <a:chOff x="0" y="0"/>
            <a:chExt cx="1341120" cy="134112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800"/>
                </a:lnSpc>
              </a:pPr>
              <a:r>
                <a:rPr lang="en-US" sz="4000" b="true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</a:p>
          </p:txBody>
        </p:sp>
      </p:grpSp>
      <p:grpSp>
        <p:nvGrpSpPr>
          <p:cNvPr name="Group 128" id="128"/>
          <p:cNvGrpSpPr/>
          <p:nvPr/>
        </p:nvGrpSpPr>
        <p:grpSpPr>
          <a:xfrm rot="0">
            <a:off x="13752576" y="5899909"/>
            <a:ext cx="3566160" cy="512064"/>
            <a:chOff x="0" y="0"/>
            <a:chExt cx="4754880" cy="682752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0" y="0"/>
              <a:ext cx="4754880" cy="682752"/>
            </a:xfrm>
            <a:custGeom>
              <a:avLst/>
              <a:gdLst/>
              <a:ahLst/>
              <a:cxnLst/>
              <a:rect r="r" b="b" t="t" l="l"/>
              <a:pathLst>
                <a:path h="682752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699" r="0" b="-85699"/>
              </a:stretch>
            </a:blipFill>
          </p:spPr>
        </p:sp>
        <p:sp>
          <p:nvSpPr>
            <p:cNvPr name="TextBox 130" id="130"/>
            <p:cNvSpPr txBox="true"/>
            <p:nvPr/>
          </p:nvSpPr>
          <p:spPr>
            <a:xfrm>
              <a:off x="0" y="-57150"/>
              <a:ext cx="475488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Tales Dias</a:t>
              </a:r>
            </a:p>
          </p:txBody>
        </p:sp>
      </p:grpSp>
      <p:grpSp>
        <p:nvGrpSpPr>
          <p:cNvPr name="Group 131" id="131"/>
          <p:cNvGrpSpPr/>
          <p:nvPr/>
        </p:nvGrpSpPr>
        <p:grpSpPr>
          <a:xfrm rot="0">
            <a:off x="13752576" y="6411973"/>
            <a:ext cx="3566160" cy="402336"/>
            <a:chOff x="0" y="0"/>
            <a:chExt cx="4754880" cy="536448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4754880" cy="536448"/>
            </a:xfrm>
            <a:custGeom>
              <a:avLst/>
              <a:gdLst/>
              <a:ahLst/>
              <a:cxnLst/>
              <a:rect r="r" b="b" t="t" l="l"/>
              <a:pathLst>
                <a:path h="536448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2708" r="0" b="-12270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47548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@tales888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13752576" y="6832597"/>
            <a:ext cx="3566160" cy="1097280"/>
            <a:chOff x="0" y="0"/>
            <a:chExt cx="4754880" cy="1463040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4754880" cy="1463040"/>
            </a:xfrm>
            <a:custGeom>
              <a:avLst/>
              <a:gdLst/>
              <a:ahLst/>
              <a:cxnLst/>
              <a:rect r="r" b="b" t="t" l="l"/>
              <a:pathLst>
                <a:path h="1463040" w="4754880">
                  <a:moveTo>
                    <a:pt x="0" y="0"/>
                  </a:moveTo>
                  <a:lnTo>
                    <a:pt x="4754880" y="0"/>
                  </a:lnTo>
                  <a:lnTo>
                    <a:pt x="475488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326" r="0" b="-13326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475488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app, Class Diagram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OVERVIEW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What is EduCMS?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273303"/>
            <a:ext cx="16850363" cy="2037083"/>
            <a:chOff x="0" y="0"/>
            <a:chExt cx="22467151" cy="27161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2682240"/>
            </a:xfrm>
            <a:custGeom>
              <a:avLst/>
              <a:gdLst/>
              <a:ahLst/>
              <a:cxnLst/>
              <a:rect r="r" b="b" t="t" l="l"/>
              <a:pathLst>
                <a:path h="26822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2716022"/>
            </a:xfrm>
            <a:custGeom>
              <a:avLst/>
              <a:gdLst/>
              <a:ahLst/>
              <a:cxnLst/>
              <a:rect r="r" b="b" t="t" l="l"/>
              <a:pathLst>
                <a:path h="2716022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2699131"/>
                  </a:lnTo>
                  <a:cubicBezTo>
                    <a:pt x="22467063" y="2708529"/>
                    <a:pt x="22459443" y="2716022"/>
                    <a:pt x="2245017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22450171" y="2682240"/>
                  </a:lnTo>
                  <a:lnTo>
                    <a:pt x="22450171" y="2699131"/>
                  </a:lnTo>
                  <a:lnTo>
                    <a:pt x="22433280" y="269913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273303"/>
            <a:ext cx="153419" cy="2037083"/>
            <a:chOff x="0" y="0"/>
            <a:chExt cx="204559" cy="271611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2682240"/>
            </a:xfrm>
            <a:custGeom>
              <a:avLst/>
              <a:gdLst/>
              <a:ahLst/>
              <a:cxnLst/>
              <a:rect r="r" b="b" t="t" l="l"/>
              <a:pathLst>
                <a:path h="268224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2716022"/>
            </a:xfrm>
            <a:custGeom>
              <a:avLst/>
              <a:gdLst/>
              <a:ahLst/>
              <a:cxnLst/>
              <a:rect r="r" b="b" t="t" l="l"/>
              <a:pathLst>
                <a:path h="271602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699131"/>
                  </a:lnTo>
                  <a:cubicBezTo>
                    <a:pt x="204470" y="2708529"/>
                    <a:pt x="196850" y="2716022"/>
                    <a:pt x="187579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87579" y="2682240"/>
                  </a:lnTo>
                  <a:lnTo>
                    <a:pt x="187579" y="2699131"/>
                  </a:lnTo>
                  <a:lnTo>
                    <a:pt x="170688" y="269913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2468880"/>
            <a:ext cx="16093440" cy="1645920"/>
            <a:chOff x="0" y="0"/>
            <a:chExt cx="21457920" cy="21945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457920" cy="2194560"/>
            </a:xfrm>
            <a:custGeom>
              <a:avLst/>
              <a:gdLst/>
              <a:ahLst/>
              <a:cxnLst/>
              <a:rect r="r" b="b" t="t" l="l"/>
              <a:pathLst>
                <a:path h="2194560" w="21457920">
                  <a:moveTo>
                    <a:pt x="0" y="0"/>
                  </a:moveTo>
                  <a:lnTo>
                    <a:pt x="21457920" y="0"/>
                  </a:lnTo>
                  <a:lnTo>
                    <a:pt x="2145792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0520" r="0" b="-14052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1457920" cy="22517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240"/>
                </a:lnSpc>
              </a:pPr>
              <a:r>
                <a:rPr lang="en-US" sz="2700">
                  <a:solidFill>
                    <a:srgbClr val="F4F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 full-stack educational platform where instructors create and manage question banks organized by topic — and students browse, answer questions, and track their progress.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4650743"/>
            <a:ext cx="8072123" cy="2037083"/>
            <a:chOff x="0" y="0"/>
            <a:chExt cx="10762831" cy="271611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005840" y="4846320"/>
            <a:ext cx="1005840" cy="1005840"/>
            <a:chOff x="0" y="0"/>
            <a:chExt cx="1341120" cy="134112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🎓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194560" y="4846320"/>
            <a:ext cx="6217920" cy="512064"/>
            <a:chOff x="0" y="0"/>
            <a:chExt cx="8290560" cy="68275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Teacher Dashboard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2194560" y="5394960"/>
            <a:ext cx="6217920" cy="1097280"/>
            <a:chOff x="0" y="0"/>
            <a:chExt cx="8290560" cy="146304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290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290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topics and build question banks with MCQ, True/False, and short answer formats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314183" y="4650743"/>
            <a:ext cx="8072123" cy="2037083"/>
            <a:chOff x="0" y="0"/>
            <a:chExt cx="10762831" cy="27161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601200" y="4846320"/>
            <a:ext cx="1005840" cy="1005840"/>
            <a:chOff x="0" y="0"/>
            <a:chExt cx="1341120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0789920" y="4846320"/>
            <a:ext cx="6217920" cy="512064"/>
            <a:chOff x="0" y="0"/>
            <a:chExt cx="8290560" cy="68275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Secure Auth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0789920" y="5394960"/>
            <a:ext cx="6217920" cy="1097280"/>
            <a:chOff x="0" y="0"/>
            <a:chExt cx="8290560" cy="14630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8290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8290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authentication, bcrypt password hashing, email verification, and password reset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18823" y="7028183"/>
            <a:ext cx="8072123" cy="2037083"/>
            <a:chOff x="0" y="0"/>
            <a:chExt cx="10762831" cy="271611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1005840" y="7223760"/>
            <a:ext cx="1005840" cy="1005840"/>
            <a:chOff x="0" y="0"/>
            <a:chExt cx="1341120" cy="134112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📱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2194560" y="7223760"/>
            <a:ext cx="6217920" cy="512064"/>
            <a:chOff x="0" y="0"/>
            <a:chExt cx="8290560" cy="68275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+ Mobile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2194560" y="7772400"/>
            <a:ext cx="6217920" cy="1097280"/>
            <a:chOff x="0" y="0"/>
            <a:chExt cx="8290560" cy="14630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8290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8290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 web app and Flutter mobile app both powered by the same Express backend API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314183" y="7028183"/>
            <a:ext cx="8072123" cy="2037083"/>
            <a:chOff x="0" y="0"/>
            <a:chExt cx="10762831" cy="2716111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10728960" cy="2682240"/>
            </a:xfrm>
            <a:custGeom>
              <a:avLst/>
              <a:gdLst/>
              <a:ahLst/>
              <a:cxnLst/>
              <a:rect r="r" b="b" t="t" l="l"/>
              <a:pathLst>
                <a:path h="268224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682240"/>
                  </a:lnTo>
                  <a:lnTo>
                    <a:pt x="0" y="26822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10762742" cy="2716022"/>
            </a:xfrm>
            <a:custGeom>
              <a:avLst/>
              <a:gdLst/>
              <a:ahLst/>
              <a:cxnLst/>
              <a:rect r="r" b="b" t="t" l="l"/>
              <a:pathLst>
                <a:path h="271602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699131"/>
                  </a:lnTo>
                  <a:cubicBezTo>
                    <a:pt x="10762742" y="2708529"/>
                    <a:pt x="10755122" y="2716022"/>
                    <a:pt x="10745851" y="2716022"/>
                  </a:cubicBezTo>
                  <a:lnTo>
                    <a:pt x="16891" y="2716022"/>
                  </a:lnTo>
                  <a:cubicBezTo>
                    <a:pt x="7493" y="2716022"/>
                    <a:pt x="0" y="2708402"/>
                    <a:pt x="0" y="26991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699131"/>
                  </a:lnTo>
                  <a:lnTo>
                    <a:pt x="16891" y="2699131"/>
                  </a:lnTo>
                  <a:lnTo>
                    <a:pt x="16891" y="2682240"/>
                  </a:lnTo>
                  <a:lnTo>
                    <a:pt x="10745851" y="2682240"/>
                  </a:lnTo>
                  <a:lnTo>
                    <a:pt x="10745851" y="2699131"/>
                  </a:lnTo>
                  <a:lnTo>
                    <a:pt x="10728960" y="269913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601200" y="7223760"/>
            <a:ext cx="1005840" cy="1005840"/>
            <a:chOff x="0" y="0"/>
            <a:chExt cx="1341120" cy="13411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1341120" cy="1341120"/>
            </a:xfrm>
            <a:custGeom>
              <a:avLst/>
              <a:gdLst/>
              <a:ahLst/>
              <a:cxnLst/>
              <a:rect r="r" b="b" t="t" l="l"/>
              <a:pathLst>
                <a:path h="1341120" w="1341120">
                  <a:moveTo>
                    <a:pt x="0" y="0"/>
                  </a:moveTo>
                  <a:lnTo>
                    <a:pt x="1341120" y="0"/>
                  </a:lnTo>
                  <a:lnTo>
                    <a:pt x="1341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76200"/>
              <a:ext cx="1341120" cy="14173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⚡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0789920" y="7223760"/>
            <a:ext cx="6217920" cy="512064"/>
            <a:chOff x="0" y="0"/>
            <a:chExt cx="8290560" cy="68275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8290560" cy="682752"/>
            </a:xfrm>
            <a:custGeom>
              <a:avLst/>
              <a:gdLst/>
              <a:ahLst/>
              <a:cxnLst/>
              <a:rect r="r" b="b" t="t" l="l"/>
              <a:pathLst>
                <a:path h="682752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6604" r="0" b="-186604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829056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Type-Safe API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0789920" y="7772400"/>
            <a:ext cx="6217920" cy="1097280"/>
            <a:chOff x="0" y="0"/>
            <a:chExt cx="8290560" cy="146304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8290560" cy="1463040"/>
            </a:xfrm>
            <a:custGeom>
              <a:avLst/>
              <a:gdLst/>
              <a:ahLst/>
              <a:cxnLst/>
              <a:rect r="r" b="b" t="t" l="l"/>
              <a:pathLst>
                <a:path h="1463040" w="8290560">
                  <a:moveTo>
                    <a:pt x="0" y="0"/>
                  </a:moveTo>
                  <a:lnTo>
                    <a:pt x="8290560" y="0"/>
                  </a:lnTo>
                  <a:lnTo>
                    <a:pt x="829056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0415" r="0" b="-6041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8290560" cy="15011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 types exported directly to frontend via SwaggerDocs — zero manual type duplication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TECHNOLOGIES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Technology Stack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273303"/>
            <a:ext cx="16850363" cy="1159259"/>
            <a:chOff x="0" y="0"/>
            <a:chExt cx="22467151" cy="15456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528699"/>
                  </a:lnTo>
                  <a:cubicBezTo>
                    <a:pt x="22467063" y="1538097"/>
                    <a:pt x="22459443" y="1545590"/>
                    <a:pt x="224501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450171" y="1511808"/>
                  </a:lnTo>
                  <a:lnTo>
                    <a:pt x="22450171" y="1528699"/>
                  </a:lnTo>
                  <a:lnTo>
                    <a:pt x="22433280" y="152869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273303"/>
            <a:ext cx="153419" cy="1159259"/>
            <a:chOff x="0" y="0"/>
            <a:chExt cx="204559" cy="1545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084583" y="2547623"/>
            <a:ext cx="2311403" cy="574043"/>
            <a:chOff x="0" y="0"/>
            <a:chExt cx="3081871" cy="7653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81782" cy="765304"/>
            </a:xfrm>
            <a:custGeom>
              <a:avLst/>
              <a:gdLst/>
              <a:ahLst/>
              <a:cxnLst/>
              <a:rect r="r" b="b" t="t" l="l"/>
              <a:pathLst>
                <a:path h="765304" w="3081782">
                  <a:moveTo>
                    <a:pt x="16891" y="0"/>
                  </a:moveTo>
                  <a:lnTo>
                    <a:pt x="3064891" y="0"/>
                  </a:lnTo>
                  <a:cubicBezTo>
                    <a:pt x="3074289" y="0"/>
                    <a:pt x="3081782" y="7620"/>
                    <a:pt x="3081782" y="16891"/>
                  </a:cubicBezTo>
                  <a:lnTo>
                    <a:pt x="3081782" y="748411"/>
                  </a:lnTo>
                  <a:cubicBezTo>
                    <a:pt x="3081782" y="757809"/>
                    <a:pt x="3074162" y="765302"/>
                    <a:pt x="30648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064891" y="731520"/>
                  </a:lnTo>
                  <a:lnTo>
                    <a:pt x="3064891" y="748411"/>
                  </a:lnTo>
                  <a:lnTo>
                    <a:pt x="3048000" y="748411"/>
                  </a:lnTo>
                  <a:lnTo>
                    <a:pt x="3048000" y="16891"/>
                  </a:lnTo>
                  <a:lnTo>
                    <a:pt x="3064891" y="16891"/>
                  </a:lnTo>
                  <a:lnTo>
                    <a:pt x="3064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97280" y="2560320"/>
            <a:ext cx="2286000" cy="548640"/>
            <a:chOff x="0" y="0"/>
            <a:chExt cx="304800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304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Database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3657600" y="2468880"/>
            <a:ext cx="5852160" cy="512064"/>
            <a:chOff x="0" y="0"/>
            <a:chExt cx="780288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692640" y="2432304"/>
            <a:ext cx="7680960" cy="841248"/>
            <a:chOff x="0" y="0"/>
            <a:chExt cx="10241280" cy="11216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906" r="0" b="-12790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4128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Remote MongoDB instance — schemas for users, topics, questions, and auth codes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18823" y="3571751"/>
            <a:ext cx="16850363" cy="1159259"/>
            <a:chOff x="0" y="0"/>
            <a:chExt cx="22467151" cy="1545679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46706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528699"/>
                  </a:lnTo>
                  <a:cubicBezTo>
                    <a:pt x="22467063" y="1538097"/>
                    <a:pt x="22459443" y="1545590"/>
                    <a:pt x="224501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450171" y="1511808"/>
                  </a:lnTo>
                  <a:lnTo>
                    <a:pt x="22450171" y="1528699"/>
                  </a:lnTo>
                  <a:lnTo>
                    <a:pt x="22433280" y="152869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718823" y="3571751"/>
            <a:ext cx="153419" cy="1159259"/>
            <a:chOff x="0" y="0"/>
            <a:chExt cx="204559" cy="15456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084583" y="3846071"/>
            <a:ext cx="2311403" cy="574043"/>
            <a:chOff x="0" y="0"/>
            <a:chExt cx="3081871" cy="7653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081782" cy="765304"/>
            </a:xfrm>
            <a:custGeom>
              <a:avLst/>
              <a:gdLst/>
              <a:ahLst/>
              <a:cxnLst/>
              <a:rect r="r" b="b" t="t" l="l"/>
              <a:pathLst>
                <a:path h="765304" w="3081782">
                  <a:moveTo>
                    <a:pt x="16891" y="0"/>
                  </a:moveTo>
                  <a:lnTo>
                    <a:pt x="3064891" y="0"/>
                  </a:lnTo>
                  <a:cubicBezTo>
                    <a:pt x="3074289" y="0"/>
                    <a:pt x="3081782" y="7620"/>
                    <a:pt x="3081782" y="16891"/>
                  </a:cubicBezTo>
                  <a:lnTo>
                    <a:pt x="3081782" y="748411"/>
                  </a:lnTo>
                  <a:cubicBezTo>
                    <a:pt x="3081782" y="757809"/>
                    <a:pt x="3074162" y="765302"/>
                    <a:pt x="30648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064891" y="731520"/>
                  </a:lnTo>
                  <a:lnTo>
                    <a:pt x="3064891" y="748411"/>
                  </a:lnTo>
                  <a:lnTo>
                    <a:pt x="3048000" y="748411"/>
                  </a:lnTo>
                  <a:lnTo>
                    <a:pt x="3048000" y="16891"/>
                  </a:lnTo>
                  <a:lnTo>
                    <a:pt x="3064891" y="16891"/>
                  </a:lnTo>
                  <a:lnTo>
                    <a:pt x="3064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097280" y="3858768"/>
            <a:ext cx="2286000" cy="548640"/>
            <a:chOff x="0" y="0"/>
            <a:chExt cx="3048000" cy="73152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04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Backend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3657600" y="3767328"/>
            <a:ext cx="5852160" cy="512064"/>
            <a:chOff x="0" y="0"/>
            <a:chExt cx="780288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Node.js + Express 5 + TypeScript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9692640" y="3730752"/>
            <a:ext cx="7680960" cy="841248"/>
            <a:chOff x="0" y="0"/>
            <a:chExt cx="10241280" cy="1121664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906" r="0" b="-12790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024128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REST API with Zod validation, JWT auth, bcrypt, Docker Compose, AWS SES email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8823" y="4870199"/>
            <a:ext cx="16850363" cy="1159259"/>
            <a:chOff x="0" y="0"/>
            <a:chExt cx="22467151" cy="15456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46706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528699"/>
                  </a:lnTo>
                  <a:cubicBezTo>
                    <a:pt x="22467063" y="1538097"/>
                    <a:pt x="22459443" y="1545590"/>
                    <a:pt x="224501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450171" y="1511808"/>
                  </a:lnTo>
                  <a:lnTo>
                    <a:pt x="22450171" y="1528699"/>
                  </a:lnTo>
                  <a:lnTo>
                    <a:pt x="22433280" y="152869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18823" y="4870199"/>
            <a:ext cx="153419" cy="1159259"/>
            <a:chOff x="0" y="0"/>
            <a:chExt cx="204559" cy="15456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3B82F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084583" y="5144519"/>
            <a:ext cx="2311403" cy="574043"/>
            <a:chOff x="0" y="0"/>
            <a:chExt cx="3081871" cy="765391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16891" y="16891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081782" cy="765304"/>
            </a:xfrm>
            <a:custGeom>
              <a:avLst/>
              <a:gdLst/>
              <a:ahLst/>
              <a:cxnLst/>
              <a:rect r="r" b="b" t="t" l="l"/>
              <a:pathLst>
                <a:path h="765304" w="3081782">
                  <a:moveTo>
                    <a:pt x="16891" y="0"/>
                  </a:moveTo>
                  <a:lnTo>
                    <a:pt x="3064891" y="0"/>
                  </a:lnTo>
                  <a:cubicBezTo>
                    <a:pt x="3074289" y="0"/>
                    <a:pt x="3081782" y="7620"/>
                    <a:pt x="3081782" y="16891"/>
                  </a:cubicBezTo>
                  <a:lnTo>
                    <a:pt x="3081782" y="748411"/>
                  </a:lnTo>
                  <a:cubicBezTo>
                    <a:pt x="3081782" y="757809"/>
                    <a:pt x="3074162" y="765302"/>
                    <a:pt x="30648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064891" y="731520"/>
                  </a:lnTo>
                  <a:lnTo>
                    <a:pt x="3064891" y="748411"/>
                  </a:lnTo>
                  <a:lnTo>
                    <a:pt x="3048000" y="748411"/>
                  </a:lnTo>
                  <a:lnTo>
                    <a:pt x="3048000" y="16891"/>
                  </a:lnTo>
                  <a:lnTo>
                    <a:pt x="3064891" y="16891"/>
                  </a:lnTo>
                  <a:lnTo>
                    <a:pt x="3064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097280" y="5157216"/>
            <a:ext cx="2286000" cy="548640"/>
            <a:chOff x="0" y="0"/>
            <a:chExt cx="3048000" cy="73152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304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Web Frontend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3657600" y="5065776"/>
            <a:ext cx="5852160" cy="512064"/>
            <a:chOff x="0" y="0"/>
            <a:chExt cx="7802880" cy="68275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 19 + TypeScript + Vite + Tailwind v4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9692640" y="5029200"/>
            <a:ext cx="7680960" cy="841248"/>
            <a:chOff x="0" y="0"/>
            <a:chExt cx="10241280" cy="1121664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906" r="0" b="-127906"/>
              </a:stretch>
            </a:blipFill>
          </p:spPr>
        </p:sp>
        <p:sp>
          <p:nvSpPr>
            <p:cNvPr name="TextBox 64" id="64"/>
            <p:cNvSpPr txBox="true"/>
            <p:nvPr/>
          </p:nvSpPr>
          <p:spPr>
            <a:xfrm>
              <a:off x="0" y="-38100"/>
              <a:ext cx="1024128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CMS dashboard — login, register, topics, questions, account, password reset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718823" y="6168647"/>
            <a:ext cx="16850363" cy="1159259"/>
            <a:chOff x="0" y="0"/>
            <a:chExt cx="22467151" cy="1545679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16891" y="16891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2246706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528699"/>
                  </a:lnTo>
                  <a:cubicBezTo>
                    <a:pt x="22467063" y="1538097"/>
                    <a:pt x="22459443" y="1545590"/>
                    <a:pt x="224501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450171" y="1511808"/>
                  </a:lnTo>
                  <a:lnTo>
                    <a:pt x="22450171" y="1528699"/>
                  </a:lnTo>
                  <a:lnTo>
                    <a:pt x="22433280" y="152869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718823" y="6168647"/>
            <a:ext cx="153419" cy="1159259"/>
            <a:chOff x="0" y="0"/>
            <a:chExt cx="204559" cy="1545679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084583" y="6442967"/>
            <a:ext cx="2311403" cy="574043"/>
            <a:chOff x="0" y="0"/>
            <a:chExt cx="3081871" cy="76539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3081782" cy="765304"/>
            </a:xfrm>
            <a:custGeom>
              <a:avLst/>
              <a:gdLst/>
              <a:ahLst/>
              <a:cxnLst/>
              <a:rect r="r" b="b" t="t" l="l"/>
              <a:pathLst>
                <a:path h="765304" w="3081782">
                  <a:moveTo>
                    <a:pt x="16891" y="0"/>
                  </a:moveTo>
                  <a:lnTo>
                    <a:pt x="3064891" y="0"/>
                  </a:lnTo>
                  <a:cubicBezTo>
                    <a:pt x="3074289" y="0"/>
                    <a:pt x="3081782" y="7620"/>
                    <a:pt x="3081782" y="16891"/>
                  </a:cubicBezTo>
                  <a:lnTo>
                    <a:pt x="3081782" y="748411"/>
                  </a:lnTo>
                  <a:cubicBezTo>
                    <a:pt x="3081782" y="757809"/>
                    <a:pt x="3074162" y="765302"/>
                    <a:pt x="30648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064891" y="731520"/>
                  </a:lnTo>
                  <a:lnTo>
                    <a:pt x="3064891" y="748411"/>
                  </a:lnTo>
                  <a:lnTo>
                    <a:pt x="3048000" y="748411"/>
                  </a:lnTo>
                  <a:lnTo>
                    <a:pt x="3048000" y="16891"/>
                  </a:lnTo>
                  <a:lnTo>
                    <a:pt x="3064891" y="16891"/>
                  </a:lnTo>
                  <a:lnTo>
                    <a:pt x="3064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1097280" y="6455664"/>
            <a:ext cx="2286000" cy="548640"/>
            <a:chOff x="0" y="0"/>
            <a:chExt cx="3048000" cy="731520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304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3657600" y="6364224"/>
            <a:ext cx="5852160" cy="512064"/>
            <a:chOff x="0" y="0"/>
            <a:chExt cx="780288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Flutter (Dart)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692640" y="6327648"/>
            <a:ext cx="7680960" cy="841248"/>
            <a:chOff x="0" y="0"/>
            <a:chExt cx="10241280" cy="1121664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906" r="0" b="-12790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024128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Native Android/iOS app — login, register, dashboard, topics, questions, navigation drawer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18823" y="7467095"/>
            <a:ext cx="16850363" cy="1159259"/>
            <a:chOff x="0" y="0"/>
            <a:chExt cx="22467151" cy="154567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46706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528699"/>
                  </a:lnTo>
                  <a:cubicBezTo>
                    <a:pt x="22467063" y="1538097"/>
                    <a:pt x="22459443" y="1545590"/>
                    <a:pt x="224501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450171" y="1511808"/>
                  </a:lnTo>
                  <a:lnTo>
                    <a:pt x="22450171" y="1528699"/>
                  </a:lnTo>
                  <a:lnTo>
                    <a:pt x="22433280" y="152869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18823" y="7467095"/>
            <a:ext cx="153419" cy="1159259"/>
            <a:chOff x="0" y="0"/>
            <a:chExt cx="204559" cy="1545679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1084583" y="7741415"/>
            <a:ext cx="2311403" cy="574043"/>
            <a:chOff x="0" y="0"/>
            <a:chExt cx="3081871" cy="765391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3081782" cy="765304"/>
            </a:xfrm>
            <a:custGeom>
              <a:avLst/>
              <a:gdLst/>
              <a:ahLst/>
              <a:cxnLst/>
              <a:rect r="r" b="b" t="t" l="l"/>
              <a:pathLst>
                <a:path h="765304" w="3081782">
                  <a:moveTo>
                    <a:pt x="16891" y="0"/>
                  </a:moveTo>
                  <a:lnTo>
                    <a:pt x="3064891" y="0"/>
                  </a:lnTo>
                  <a:cubicBezTo>
                    <a:pt x="3074289" y="0"/>
                    <a:pt x="3081782" y="7620"/>
                    <a:pt x="3081782" y="16891"/>
                  </a:cubicBezTo>
                  <a:lnTo>
                    <a:pt x="3081782" y="748411"/>
                  </a:lnTo>
                  <a:cubicBezTo>
                    <a:pt x="3081782" y="757809"/>
                    <a:pt x="3074162" y="765302"/>
                    <a:pt x="30648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064891" y="731520"/>
                  </a:lnTo>
                  <a:lnTo>
                    <a:pt x="3064891" y="748411"/>
                  </a:lnTo>
                  <a:lnTo>
                    <a:pt x="3048000" y="748411"/>
                  </a:lnTo>
                  <a:lnTo>
                    <a:pt x="3048000" y="16891"/>
                  </a:lnTo>
                  <a:lnTo>
                    <a:pt x="3064891" y="16891"/>
                  </a:lnTo>
                  <a:lnTo>
                    <a:pt x="3064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097280" y="7754112"/>
            <a:ext cx="2286000" cy="548640"/>
            <a:chOff x="0" y="0"/>
            <a:chExt cx="3048000" cy="73152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304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3657600" y="7662672"/>
            <a:ext cx="5852160" cy="512064"/>
            <a:chOff x="0" y="0"/>
            <a:chExt cx="7802880" cy="68275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JWT + bcrypt + AWS SES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9692640" y="7626096"/>
            <a:ext cx="7680960" cy="841248"/>
            <a:chOff x="0" y="0"/>
            <a:chExt cx="10241280" cy="1121664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906" r="0" b="-127906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1024128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Stateless token auth, secure password hashing, email verification and password reset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718823" y="8765543"/>
            <a:ext cx="16850363" cy="1159259"/>
            <a:chOff x="0" y="0"/>
            <a:chExt cx="22467151" cy="1545679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22433280" cy="1511808"/>
            </a:xfrm>
            <a:custGeom>
              <a:avLst/>
              <a:gdLst/>
              <a:ahLst/>
              <a:cxnLst/>
              <a:rect r="r" b="b" t="t" l="l"/>
              <a:pathLst>
                <a:path h="1511808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22467063" cy="1545590"/>
            </a:xfrm>
            <a:custGeom>
              <a:avLst/>
              <a:gdLst/>
              <a:ahLst/>
              <a:cxnLst/>
              <a:rect r="r" b="b" t="t" l="l"/>
              <a:pathLst>
                <a:path h="1545590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1528699"/>
                  </a:lnTo>
                  <a:cubicBezTo>
                    <a:pt x="22467063" y="1538097"/>
                    <a:pt x="22459443" y="1545590"/>
                    <a:pt x="22450171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22450171" y="1511808"/>
                  </a:lnTo>
                  <a:lnTo>
                    <a:pt x="22450171" y="1528699"/>
                  </a:lnTo>
                  <a:lnTo>
                    <a:pt x="22433280" y="1528699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718823" y="8765543"/>
            <a:ext cx="153419" cy="1159259"/>
            <a:chOff x="0" y="0"/>
            <a:chExt cx="204559" cy="1545679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A1A1AA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1A1AA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1084583" y="9039863"/>
            <a:ext cx="2311403" cy="574043"/>
            <a:chOff x="0" y="0"/>
            <a:chExt cx="3081871" cy="76539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3081782" cy="765304"/>
            </a:xfrm>
            <a:custGeom>
              <a:avLst/>
              <a:gdLst/>
              <a:ahLst/>
              <a:cxnLst/>
              <a:rect r="r" b="b" t="t" l="l"/>
              <a:pathLst>
                <a:path h="765304" w="3081782">
                  <a:moveTo>
                    <a:pt x="16891" y="0"/>
                  </a:moveTo>
                  <a:lnTo>
                    <a:pt x="3064891" y="0"/>
                  </a:lnTo>
                  <a:cubicBezTo>
                    <a:pt x="3074289" y="0"/>
                    <a:pt x="3081782" y="7620"/>
                    <a:pt x="3081782" y="16891"/>
                  </a:cubicBezTo>
                  <a:lnTo>
                    <a:pt x="3081782" y="748411"/>
                  </a:lnTo>
                  <a:cubicBezTo>
                    <a:pt x="3081782" y="757809"/>
                    <a:pt x="3074162" y="765302"/>
                    <a:pt x="3064891" y="765302"/>
                  </a:cubicBezTo>
                  <a:lnTo>
                    <a:pt x="16891" y="765302"/>
                  </a:lnTo>
                  <a:cubicBezTo>
                    <a:pt x="7620" y="765429"/>
                    <a:pt x="0" y="757809"/>
                    <a:pt x="0" y="7484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48411"/>
                  </a:lnTo>
                  <a:lnTo>
                    <a:pt x="16891" y="748411"/>
                  </a:lnTo>
                  <a:lnTo>
                    <a:pt x="16891" y="731520"/>
                  </a:lnTo>
                  <a:lnTo>
                    <a:pt x="3064891" y="731520"/>
                  </a:lnTo>
                  <a:lnTo>
                    <a:pt x="3064891" y="748411"/>
                  </a:lnTo>
                  <a:lnTo>
                    <a:pt x="3048000" y="748411"/>
                  </a:lnTo>
                  <a:lnTo>
                    <a:pt x="3048000" y="16891"/>
                  </a:lnTo>
                  <a:lnTo>
                    <a:pt x="3064891" y="16891"/>
                  </a:lnTo>
                  <a:lnTo>
                    <a:pt x="3064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1097280" y="9052560"/>
            <a:ext cx="2286000" cy="548640"/>
            <a:chOff x="0" y="0"/>
            <a:chExt cx="3048000" cy="73152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3048000" cy="731520"/>
            </a:xfrm>
            <a:custGeom>
              <a:avLst/>
              <a:gdLst/>
              <a:ahLst/>
              <a:cxnLst/>
              <a:rect r="r" b="b" t="t" l="l"/>
              <a:pathLst>
                <a:path h="731520" w="3048000">
                  <a:moveTo>
                    <a:pt x="0" y="0"/>
                  </a:moveTo>
                  <a:lnTo>
                    <a:pt x="3048000" y="0"/>
                  </a:lnTo>
                  <a:lnTo>
                    <a:pt x="3048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7" r="0" b="-31187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3048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DevOps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3657600" y="8961120"/>
            <a:ext cx="5852160" cy="512064"/>
            <a:chOff x="0" y="0"/>
            <a:chExt cx="7802880" cy="68275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7802880" cy="682752"/>
            </a:xfrm>
            <a:custGeom>
              <a:avLst/>
              <a:gdLst/>
              <a:ahLst/>
              <a:cxnLst/>
              <a:rect r="r" b="b" t="t" l="l"/>
              <a:pathLst>
                <a:path h="68275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2686" r="0" b="-172686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78028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Docker + Docker Compose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9692640" y="8924544"/>
            <a:ext cx="7680960" cy="841248"/>
            <a:chOff x="0" y="0"/>
            <a:chExt cx="10241280" cy="1121664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10241280" cy="1121664"/>
            </a:xfrm>
            <a:custGeom>
              <a:avLst/>
              <a:gdLst/>
              <a:ahLst/>
              <a:cxnLst/>
              <a:rect r="r" b="b" t="t" l="l"/>
              <a:pathLst>
                <a:path h="1121664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1121664"/>
                  </a:lnTo>
                  <a:lnTo>
                    <a:pt x="0" y="1121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7906" r="0" b="-127906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10241280" cy="11597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One-command setup: docker compose up --build starts MongoDB, backend, and frontend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DESIGN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Architecture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547623"/>
            <a:ext cx="4414523" cy="2219963"/>
            <a:chOff x="0" y="0"/>
            <a:chExt cx="5886031" cy="29599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1E3A5F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8859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2942971"/>
                  </a:lnTo>
                  <a:cubicBezTo>
                    <a:pt x="5885942" y="2952369"/>
                    <a:pt x="5878322" y="2959862"/>
                    <a:pt x="58690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869051" y="2926080"/>
                  </a:lnTo>
                  <a:lnTo>
                    <a:pt x="5869051" y="2942971"/>
                  </a:lnTo>
                  <a:lnTo>
                    <a:pt x="5852160" y="294297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B82F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2560320"/>
            <a:ext cx="4389120" cy="2194560"/>
            <a:chOff x="0" y="0"/>
            <a:chExt cx="5852160" cy="29260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58521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93C5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React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93C5F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App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31520" y="4754880"/>
            <a:ext cx="4389120" cy="457200"/>
            <a:chOff x="0" y="0"/>
            <a:chExt cx="585216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852160" cy="609600"/>
            </a:xfrm>
            <a:custGeom>
              <a:avLst/>
              <a:gdLst/>
              <a:ahLst/>
              <a:cxnLst/>
              <a:rect r="r" b="b" t="t" l="l"/>
              <a:pathLst>
                <a:path h="609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5852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localhost:80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718823" y="5656583"/>
            <a:ext cx="4414523" cy="2219963"/>
            <a:chOff x="0" y="0"/>
            <a:chExt cx="5886031" cy="29599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0C234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8859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5885942">
                  <a:moveTo>
                    <a:pt x="16891" y="0"/>
                  </a:moveTo>
                  <a:lnTo>
                    <a:pt x="5869051" y="0"/>
                  </a:lnTo>
                  <a:cubicBezTo>
                    <a:pt x="5878449" y="0"/>
                    <a:pt x="5885942" y="7620"/>
                    <a:pt x="5885942" y="16891"/>
                  </a:cubicBezTo>
                  <a:lnTo>
                    <a:pt x="5885942" y="2942971"/>
                  </a:lnTo>
                  <a:cubicBezTo>
                    <a:pt x="5885942" y="2952369"/>
                    <a:pt x="5878322" y="2959862"/>
                    <a:pt x="58690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5869051" y="2926080"/>
                  </a:lnTo>
                  <a:lnTo>
                    <a:pt x="5869051" y="2942971"/>
                  </a:lnTo>
                  <a:lnTo>
                    <a:pt x="5852160" y="2942971"/>
                  </a:lnTo>
                  <a:lnTo>
                    <a:pt x="5852160" y="16891"/>
                  </a:lnTo>
                  <a:lnTo>
                    <a:pt x="5869051" y="16891"/>
                  </a:lnTo>
                  <a:lnTo>
                    <a:pt x="58690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5669280"/>
            <a:ext cx="4389120" cy="2194560"/>
            <a:chOff x="0" y="0"/>
            <a:chExt cx="5852160" cy="29260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8521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47625"/>
              <a:ext cx="5852160" cy="2973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67E8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Flutter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67E8F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731520" y="7863840"/>
            <a:ext cx="4389120" cy="457200"/>
            <a:chOff x="0" y="0"/>
            <a:chExt cx="5852160" cy="6096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852160" cy="609600"/>
            </a:xfrm>
            <a:custGeom>
              <a:avLst/>
              <a:gdLst/>
              <a:ahLst/>
              <a:cxnLst/>
              <a:rect r="r" b="b" t="t" l="l"/>
              <a:pathLst>
                <a:path h="609600" w="5852160">
                  <a:moveTo>
                    <a:pt x="0" y="0"/>
                  </a:moveTo>
                  <a:lnTo>
                    <a:pt x="5852160" y="0"/>
                  </a:lnTo>
                  <a:lnTo>
                    <a:pt x="5852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5852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Android / iOS / Chrome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5120640" y="3200400"/>
            <a:ext cx="2011680" cy="402336"/>
            <a:chOff x="0" y="0"/>
            <a:chExt cx="268224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682240" cy="536448"/>
            </a:xfrm>
            <a:custGeom>
              <a:avLst/>
              <a:gdLst/>
              <a:ahLst/>
              <a:cxnLst/>
              <a:rect r="r" b="b" t="t" l="l"/>
              <a:pathLst>
                <a:path h="53644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2682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/api/*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0640" y="5908215"/>
            <a:ext cx="2011680" cy="402336"/>
            <a:chOff x="0" y="0"/>
            <a:chExt cx="2682240" cy="53644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82240" cy="536448"/>
            </a:xfrm>
            <a:custGeom>
              <a:avLst/>
              <a:gdLst/>
              <a:ahLst/>
              <a:cxnLst/>
              <a:rect r="r" b="b" t="t" l="l"/>
              <a:pathLst>
                <a:path h="536448" w="2682240">
                  <a:moveTo>
                    <a:pt x="0" y="0"/>
                  </a:moveTo>
                  <a:lnTo>
                    <a:pt x="2682240" y="0"/>
                  </a:lnTo>
                  <a:lnTo>
                    <a:pt x="268224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425" r="0" b="-47425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268224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/api/*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302503" y="3462023"/>
            <a:ext cx="5146043" cy="3317243"/>
            <a:chOff x="0" y="0"/>
            <a:chExt cx="6861391" cy="44229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6827520" cy="4389120"/>
            </a:xfrm>
            <a:custGeom>
              <a:avLst/>
              <a:gdLst/>
              <a:ahLst/>
              <a:cxnLst/>
              <a:rect r="r" b="b" t="t" l="l"/>
              <a:pathLst>
                <a:path h="438912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1A0533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861301" cy="4422902"/>
            </a:xfrm>
            <a:custGeom>
              <a:avLst/>
              <a:gdLst/>
              <a:ahLst/>
              <a:cxnLst/>
              <a:rect r="r" b="b" t="t" l="l"/>
              <a:pathLst>
                <a:path h="442290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4406011"/>
                  </a:lnTo>
                  <a:cubicBezTo>
                    <a:pt x="6861301" y="4415409"/>
                    <a:pt x="6853682" y="4422902"/>
                    <a:pt x="684441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6844411" y="4389120"/>
                  </a:lnTo>
                  <a:lnTo>
                    <a:pt x="6844411" y="4406011"/>
                  </a:lnTo>
                  <a:lnTo>
                    <a:pt x="6827520" y="440601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0" y="3657600"/>
            <a:ext cx="5120640" cy="640080"/>
            <a:chOff x="0" y="0"/>
            <a:chExt cx="6827520" cy="85344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6827520" cy="853440"/>
            </a:xfrm>
            <a:custGeom>
              <a:avLst/>
              <a:gdLst/>
              <a:ahLst/>
              <a:cxnLst/>
              <a:rect r="r" b="b" t="t" l="l"/>
              <a:pathLst>
                <a:path h="853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68275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A78BF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Express Backend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7315200" y="4297680"/>
            <a:ext cx="5120640" cy="402336"/>
            <a:chOff x="0" y="0"/>
            <a:chExt cx="682752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27520" cy="536448"/>
            </a:xfrm>
            <a:custGeom>
              <a:avLst/>
              <a:gdLst/>
              <a:ahLst/>
              <a:cxnLst/>
              <a:rect r="r" b="b" t="t" l="l"/>
              <a:pathLst>
                <a:path h="536448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7991" r="0" b="-197991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68275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Port 3000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7576823" y="4833623"/>
            <a:ext cx="4597403" cy="354587"/>
            <a:chOff x="0" y="0"/>
            <a:chExt cx="6129871" cy="47278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6129782" cy="472696"/>
            </a:xfrm>
            <a:custGeom>
              <a:avLst/>
              <a:gdLst/>
              <a:ahLst/>
              <a:cxnLst/>
              <a:rect r="r" b="b" t="t" l="l"/>
              <a:pathLst>
                <a:path h="472696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55803"/>
                  </a:lnTo>
                  <a:cubicBezTo>
                    <a:pt x="6129782" y="465201"/>
                    <a:pt x="6122162" y="472694"/>
                    <a:pt x="611289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6112891" y="438912"/>
                  </a:lnTo>
                  <a:lnTo>
                    <a:pt x="6112891" y="455803"/>
                  </a:lnTo>
                  <a:lnTo>
                    <a:pt x="6096000" y="455803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7589520" y="4846320"/>
            <a:ext cx="4572000" cy="329184"/>
            <a:chOff x="0" y="0"/>
            <a:chExt cx="6096000" cy="43891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Zod Validation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7576823" y="5235959"/>
            <a:ext cx="4597403" cy="354587"/>
            <a:chOff x="0" y="0"/>
            <a:chExt cx="6129871" cy="47278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6129782" cy="472696"/>
            </a:xfrm>
            <a:custGeom>
              <a:avLst/>
              <a:gdLst/>
              <a:ahLst/>
              <a:cxnLst/>
              <a:rect r="r" b="b" t="t" l="l"/>
              <a:pathLst>
                <a:path h="472696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55803"/>
                  </a:lnTo>
                  <a:cubicBezTo>
                    <a:pt x="6129782" y="465201"/>
                    <a:pt x="6122162" y="472694"/>
                    <a:pt x="611289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6112891" y="438912"/>
                  </a:lnTo>
                  <a:lnTo>
                    <a:pt x="6112891" y="455803"/>
                  </a:lnTo>
                  <a:lnTo>
                    <a:pt x="6096000" y="455803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589520" y="5248656"/>
            <a:ext cx="4572000" cy="329184"/>
            <a:chOff x="0" y="0"/>
            <a:chExt cx="6096000" cy="43891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Auth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7576823" y="5638295"/>
            <a:ext cx="4597403" cy="354587"/>
            <a:chOff x="0" y="0"/>
            <a:chExt cx="6129871" cy="472783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16891" y="16891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129782" cy="472696"/>
            </a:xfrm>
            <a:custGeom>
              <a:avLst/>
              <a:gdLst/>
              <a:ahLst/>
              <a:cxnLst/>
              <a:rect r="r" b="b" t="t" l="l"/>
              <a:pathLst>
                <a:path h="472696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55803"/>
                  </a:lnTo>
                  <a:cubicBezTo>
                    <a:pt x="6129782" y="465201"/>
                    <a:pt x="6122162" y="472694"/>
                    <a:pt x="611289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6112891" y="438912"/>
                  </a:lnTo>
                  <a:lnTo>
                    <a:pt x="6112891" y="455803"/>
                  </a:lnTo>
                  <a:lnTo>
                    <a:pt x="6096000" y="455803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7589520" y="5650992"/>
            <a:ext cx="4572000" cy="329184"/>
            <a:chOff x="0" y="0"/>
            <a:chExt cx="6096000" cy="438912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Controllers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7576823" y="6040631"/>
            <a:ext cx="4597403" cy="354587"/>
            <a:chOff x="0" y="0"/>
            <a:chExt cx="6129871" cy="47278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6129782" cy="472696"/>
            </a:xfrm>
            <a:custGeom>
              <a:avLst/>
              <a:gdLst/>
              <a:ahLst/>
              <a:cxnLst/>
              <a:rect r="r" b="b" t="t" l="l"/>
              <a:pathLst>
                <a:path h="472696" w="6129782">
                  <a:moveTo>
                    <a:pt x="16891" y="0"/>
                  </a:moveTo>
                  <a:lnTo>
                    <a:pt x="6112891" y="0"/>
                  </a:lnTo>
                  <a:cubicBezTo>
                    <a:pt x="6122289" y="0"/>
                    <a:pt x="6129782" y="7620"/>
                    <a:pt x="6129782" y="16891"/>
                  </a:cubicBezTo>
                  <a:lnTo>
                    <a:pt x="6129782" y="455803"/>
                  </a:lnTo>
                  <a:cubicBezTo>
                    <a:pt x="6129782" y="465201"/>
                    <a:pt x="6122162" y="472694"/>
                    <a:pt x="611289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6112891" y="438912"/>
                  </a:lnTo>
                  <a:lnTo>
                    <a:pt x="6112891" y="455803"/>
                  </a:lnTo>
                  <a:lnTo>
                    <a:pt x="6096000" y="455803"/>
                  </a:lnTo>
                  <a:lnTo>
                    <a:pt x="6096000" y="16891"/>
                  </a:lnTo>
                  <a:lnTo>
                    <a:pt x="6112891" y="16891"/>
                  </a:lnTo>
                  <a:lnTo>
                    <a:pt x="6112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7589520" y="6053328"/>
            <a:ext cx="4572000" cy="329184"/>
            <a:chOff x="0" y="0"/>
            <a:chExt cx="6096000" cy="4389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6096000" cy="438912"/>
            </a:xfrm>
            <a:custGeom>
              <a:avLst/>
              <a:gdLst/>
              <a:ahLst/>
              <a:cxnLst/>
              <a:rect r="r" b="b" t="t" l="l"/>
              <a:pathLst>
                <a:path h="438912" w="6096000">
                  <a:moveTo>
                    <a:pt x="0" y="0"/>
                  </a:moveTo>
                  <a:lnTo>
                    <a:pt x="6096000" y="0"/>
                  </a:lnTo>
                  <a:lnTo>
                    <a:pt x="609600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625" r="0" b="-220625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609600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Mongoose ODM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2514583" y="5071367"/>
            <a:ext cx="1488443" cy="135131"/>
            <a:chOff x="0" y="0"/>
            <a:chExt cx="1984591" cy="180175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1950720" cy="146304"/>
            </a:xfrm>
            <a:custGeom>
              <a:avLst/>
              <a:gdLst/>
              <a:ahLst/>
              <a:cxnLst/>
              <a:rect r="r" b="b" t="t" l="l"/>
              <a:pathLst>
                <a:path h="146304" w="1950720">
                  <a:moveTo>
                    <a:pt x="0" y="0"/>
                  </a:moveTo>
                  <a:lnTo>
                    <a:pt x="1950720" y="0"/>
                  </a:lnTo>
                  <a:lnTo>
                    <a:pt x="1950720" y="146304"/>
                  </a:lnTo>
                  <a:lnTo>
                    <a:pt x="0" y="146304"/>
                  </a:lnTo>
                  <a:close/>
                </a:path>
              </a:pathLst>
            </a:custGeom>
            <a:solidFill>
              <a:srgbClr val="A1A1A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84502" cy="180088"/>
            </a:xfrm>
            <a:custGeom>
              <a:avLst/>
              <a:gdLst/>
              <a:ahLst/>
              <a:cxnLst/>
              <a:rect r="r" b="b" t="t" l="l"/>
              <a:pathLst>
                <a:path h="180088" w="1984502">
                  <a:moveTo>
                    <a:pt x="16891" y="0"/>
                  </a:moveTo>
                  <a:lnTo>
                    <a:pt x="1967611" y="0"/>
                  </a:lnTo>
                  <a:cubicBezTo>
                    <a:pt x="1977009" y="0"/>
                    <a:pt x="1984502" y="7620"/>
                    <a:pt x="1984502" y="16891"/>
                  </a:cubicBezTo>
                  <a:lnTo>
                    <a:pt x="1984502" y="163195"/>
                  </a:lnTo>
                  <a:cubicBezTo>
                    <a:pt x="1984502" y="172593"/>
                    <a:pt x="1976882" y="180086"/>
                    <a:pt x="1967611" y="180086"/>
                  </a:cubicBezTo>
                  <a:lnTo>
                    <a:pt x="16891" y="180086"/>
                  </a:lnTo>
                  <a:cubicBezTo>
                    <a:pt x="7620" y="180213"/>
                    <a:pt x="0" y="172593"/>
                    <a:pt x="0" y="16319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63195"/>
                  </a:lnTo>
                  <a:lnTo>
                    <a:pt x="16891" y="163195"/>
                  </a:lnTo>
                  <a:lnTo>
                    <a:pt x="16891" y="146304"/>
                  </a:lnTo>
                  <a:lnTo>
                    <a:pt x="1967611" y="146304"/>
                  </a:lnTo>
                  <a:lnTo>
                    <a:pt x="1967611" y="163195"/>
                  </a:lnTo>
                  <a:lnTo>
                    <a:pt x="1950720" y="163195"/>
                  </a:lnTo>
                  <a:lnTo>
                    <a:pt x="1950720" y="16891"/>
                  </a:lnTo>
                  <a:lnTo>
                    <a:pt x="1967611" y="16891"/>
                  </a:lnTo>
                  <a:lnTo>
                    <a:pt x="19676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A1A1AA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13533120" y="4809744"/>
            <a:ext cx="548640" cy="548640"/>
            <a:chOff x="0" y="0"/>
            <a:chExt cx="731520" cy="731520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0" y="0"/>
              <a:ext cx="731520" cy="731520"/>
            </a:xfrm>
            <a:custGeom>
              <a:avLst/>
              <a:gdLst/>
              <a:ahLst/>
              <a:cxnLst/>
              <a:rect r="r" b="b" t="t" l="l"/>
              <a:pathLst>
                <a:path h="731520" w="731520">
                  <a:moveTo>
                    <a:pt x="0" y="0"/>
                  </a:moveTo>
                  <a:lnTo>
                    <a:pt x="731520" y="0"/>
                  </a:lnTo>
                  <a:lnTo>
                    <a:pt x="7315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73" id="73"/>
            <p:cNvSpPr txBox="true"/>
            <p:nvPr/>
          </p:nvSpPr>
          <p:spPr>
            <a:xfrm>
              <a:off x="0" y="-47625"/>
              <a:ext cx="7315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→</a:t>
              </a:r>
            </a:p>
          </p:txBody>
        </p:sp>
      </p:grpSp>
      <p:grpSp>
        <p:nvGrpSpPr>
          <p:cNvPr name="Group 74" id="74"/>
          <p:cNvGrpSpPr/>
          <p:nvPr/>
        </p:nvGrpSpPr>
        <p:grpSpPr>
          <a:xfrm rot="0">
            <a:off x="13154663" y="3462023"/>
            <a:ext cx="4048763" cy="3317243"/>
            <a:chOff x="0" y="0"/>
            <a:chExt cx="5398351" cy="442299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5364480" cy="4389120"/>
            </a:xfrm>
            <a:custGeom>
              <a:avLst/>
              <a:gdLst/>
              <a:ahLst/>
              <a:cxnLst/>
              <a:rect r="r" b="b" t="t" l="l"/>
              <a:pathLst>
                <a:path h="438912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4389120"/>
                  </a:lnTo>
                  <a:lnTo>
                    <a:pt x="0" y="4389120"/>
                  </a:lnTo>
                  <a:close/>
                </a:path>
              </a:pathLst>
            </a:custGeom>
            <a:solidFill>
              <a:srgbClr val="00200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5398262" cy="4422902"/>
            </a:xfrm>
            <a:custGeom>
              <a:avLst/>
              <a:gdLst/>
              <a:ahLst/>
              <a:cxnLst/>
              <a:rect r="r" b="b" t="t" l="l"/>
              <a:pathLst>
                <a:path h="4422902" w="5398262">
                  <a:moveTo>
                    <a:pt x="16891" y="0"/>
                  </a:moveTo>
                  <a:lnTo>
                    <a:pt x="5381371" y="0"/>
                  </a:lnTo>
                  <a:cubicBezTo>
                    <a:pt x="5390769" y="0"/>
                    <a:pt x="5398262" y="7620"/>
                    <a:pt x="5398262" y="16891"/>
                  </a:cubicBezTo>
                  <a:lnTo>
                    <a:pt x="5398262" y="4406011"/>
                  </a:lnTo>
                  <a:cubicBezTo>
                    <a:pt x="5398262" y="4415409"/>
                    <a:pt x="5390642" y="4422902"/>
                    <a:pt x="5381371" y="4422902"/>
                  </a:cubicBezTo>
                  <a:lnTo>
                    <a:pt x="16891" y="4422902"/>
                  </a:lnTo>
                  <a:cubicBezTo>
                    <a:pt x="7493" y="4422902"/>
                    <a:pt x="0" y="4415282"/>
                    <a:pt x="0" y="44060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406011"/>
                  </a:lnTo>
                  <a:lnTo>
                    <a:pt x="16891" y="4406011"/>
                  </a:lnTo>
                  <a:lnTo>
                    <a:pt x="16891" y="4389120"/>
                  </a:lnTo>
                  <a:lnTo>
                    <a:pt x="5381371" y="4389120"/>
                  </a:lnTo>
                  <a:lnTo>
                    <a:pt x="5381371" y="4406011"/>
                  </a:lnTo>
                  <a:lnTo>
                    <a:pt x="5364480" y="4406011"/>
                  </a:lnTo>
                  <a:lnTo>
                    <a:pt x="5364480" y="16891"/>
                  </a:lnTo>
                  <a:lnTo>
                    <a:pt x="5381371" y="16891"/>
                  </a:lnTo>
                  <a:lnTo>
                    <a:pt x="53813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3167360" y="3840480"/>
            <a:ext cx="4023360" cy="640080"/>
            <a:chOff x="0" y="0"/>
            <a:chExt cx="5364480" cy="853440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5364480" cy="853440"/>
            </a:xfrm>
            <a:custGeom>
              <a:avLst/>
              <a:gdLst/>
              <a:ahLst/>
              <a:cxnLst/>
              <a:rect r="r" b="b" t="t" l="l"/>
              <a:pathLst>
                <a:path h="85344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477" r="0" b="-72477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536448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86EFAC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MongoDB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3167360" y="4480560"/>
            <a:ext cx="4023360" cy="402336"/>
            <a:chOff x="0" y="0"/>
            <a:chExt cx="5364480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5364480" cy="536448"/>
            </a:xfrm>
            <a:custGeom>
              <a:avLst/>
              <a:gdLst/>
              <a:ahLst/>
              <a:cxnLst/>
              <a:rect r="r" b="b" t="t" l="l"/>
              <a:pathLst>
                <a:path h="536448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4850" r="0" b="-14485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536448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Remote cluster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3428983" y="5016503"/>
            <a:ext cx="3500123" cy="354587"/>
            <a:chOff x="0" y="0"/>
            <a:chExt cx="4666831" cy="47278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463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4666742" cy="472696"/>
            </a:xfrm>
            <a:custGeom>
              <a:avLst/>
              <a:gdLst/>
              <a:ahLst/>
              <a:cxnLst/>
              <a:rect r="r" b="b" t="t" l="l"/>
              <a:pathLst>
                <a:path h="47269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55803"/>
                  </a:lnTo>
                  <a:cubicBezTo>
                    <a:pt x="4666742" y="465201"/>
                    <a:pt x="4659122" y="472694"/>
                    <a:pt x="464985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649851" y="438912"/>
                  </a:lnTo>
                  <a:lnTo>
                    <a:pt x="4649851" y="455803"/>
                  </a:lnTo>
                  <a:lnTo>
                    <a:pt x="4632960" y="45580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3441680" y="5029200"/>
            <a:ext cx="3474720" cy="329184"/>
            <a:chOff x="0" y="0"/>
            <a:chExt cx="4632960" cy="43891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463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46329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users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3428983" y="5418839"/>
            <a:ext cx="3500123" cy="354587"/>
            <a:chOff x="0" y="0"/>
            <a:chExt cx="4666831" cy="472783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16891" y="16891"/>
              <a:ext cx="463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0" y="0"/>
              <a:ext cx="4666742" cy="472696"/>
            </a:xfrm>
            <a:custGeom>
              <a:avLst/>
              <a:gdLst/>
              <a:ahLst/>
              <a:cxnLst/>
              <a:rect r="r" b="b" t="t" l="l"/>
              <a:pathLst>
                <a:path h="47269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55803"/>
                  </a:lnTo>
                  <a:cubicBezTo>
                    <a:pt x="4666742" y="465201"/>
                    <a:pt x="4659122" y="472694"/>
                    <a:pt x="464985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649851" y="438912"/>
                  </a:lnTo>
                  <a:lnTo>
                    <a:pt x="4649851" y="455803"/>
                  </a:lnTo>
                  <a:lnTo>
                    <a:pt x="4632960" y="45580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92" id="92"/>
          <p:cNvGrpSpPr/>
          <p:nvPr/>
        </p:nvGrpSpPr>
        <p:grpSpPr>
          <a:xfrm rot="0">
            <a:off x="13441680" y="5431536"/>
            <a:ext cx="3474720" cy="329184"/>
            <a:chOff x="0" y="0"/>
            <a:chExt cx="4632960" cy="43891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463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46329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topics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3428983" y="5821175"/>
            <a:ext cx="3500123" cy="354587"/>
            <a:chOff x="0" y="0"/>
            <a:chExt cx="4666831" cy="472783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16891" y="16891"/>
              <a:ext cx="463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4666742" cy="472696"/>
            </a:xfrm>
            <a:custGeom>
              <a:avLst/>
              <a:gdLst/>
              <a:ahLst/>
              <a:cxnLst/>
              <a:rect r="r" b="b" t="t" l="l"/>
              <a:pathLst>
                <a:path h="47269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55803"/>
                  </a:lnTo>
                  <a:cubicBezTo>
                    <a:pt x="4666742" y="465201"/>
                    <a:pt x="4659122" y="472694"/>
                    <a:pt x="464985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649851" y="438912"/>
                  </a:lnTo>
                  <a:lnTo>
                    <a:pt x="4649851" y="455803"/>
                  </a:lnTo>
                  <a:lnTo>
                    <a:pt x="4632960" y="45580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98" id="98"/>
          <p:cNvGrpSpPr/>
          <p:nvPr/>
        </p:nvGrpSpPr>
        <p:grpSpPr>
          <a:xfrm rot="0">
            <a:off x="13441680" y="5833872"/>
            <a:ext cx="3474720" cy="329184"/>
            <a:chOff x="0" y="0"/>
            <a:chExt cx="4632960" cy="43891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463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46329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3428983" y="6223511"/>
            <a:ext cx="3500123" cy="354587"/>
            <a:chOff x="0" y="0"/>
            <a:chExt cx="4666831" cy="472783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16891" y="16891"/>
              <a:ext cx="463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4666742" cy="472696"/>
            </a:xfrm>
            <a:custGeom>
              <a:avLst/>
              <a:gdLst/>
              <a:ahLst/>
              <a:cxnLst/>
              <a:rect r="r" b="b" t="t" l="l"/>
              <a:pathLst>
                <a:path h="472696" w="4666742">
                  <a:moveTo>
                    <a:pt x="16891" y="0"/>
                  </a:moveTo>
                  <a:lnTo>
                    <a:pt x="4649851" y="0"/>
                  </a:lnTo>
                  <a:cubicBezTo>
                    <a:pt x="4659249" y="0"/>
                    <a:pt x="4666742" y="7620"/>
                    <a:pt x="4666742" y="16891"/>
                  </a:cubicBezTo>
                  <a:lnTo>
                    <a:pt x="4666742" y="455803"/>
                  </a:lnTo>
                  <a:cubicBezTo>
                    <a:pt x="4666742" y="465201"/>
                    <a:pt x="4659122" y="472694"/>
                    <a:pt x="4649851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4649851" y="438912"/>
                  </a:lnTo>
                  <a:lnTo>
                    <a:pt x="4649851" y="455803"/>
                  </a:lnTo>
                  <a:lnTo>
                    <a:pt x="4632960" y="455803"/>
                  </a:lnTo>
                  <a:lnTo>
                    <a:pt x="4632960" y="16891"/>
                  </a:lnTo>
                  <a:lnTo>
                    <a:pt x="4649851" y="16891"/>
                  </a:lnTo>
                  <a:lnTo>
                    <a:pt x="4649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04" id="104"/>
          <p:cNvGrpSpPr/>
          <p:nvPr/>
        </p:nvGrpSpPr>
        <p:grpSpPr>
          <a:xfrm rot="0">
            <a:off x="13441680" y="6236208"/>
            <a:ext cx="3474720" cy="329184"/>
            <a:chOff x="0" y="0"/>
            <a:chExt cx="4632960" cy="43891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4632960" cy="438912"/>
            </a:xfrm>
            <a:custGeom>
              <a:avLst/>
              <a:gdLst/>
              <a:ahLst/>
              <a:cxnLst/>
              <a:rect r="r" b="b" t="t" l="l"/>
              <a:pathLst>
                <a:path h="438912" w="4632960">
                  <a:moveTo>
                    <a:pt x="0" y="0"/>
                  </a:moveTo>
                  <a:lnTo>
                    <a:pt x="4632960" y="0"/>
                  </a:lnTo>
                  <a:lnTo>
                    <a:pt x="463296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5675" r="0" b="-155675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4632960" cy="47701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auth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718823" y="8948423"/>
            <a:ext cx="16850363" cy="756923"/>
            <a:chOff x="0" y="0"/>
            <a:chExt cx="22467151" cy="1009231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2243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2467063" cy="1009144"/>
            </a:xfrm>
            <a:custGeom>
              <a:avLst/>
              <a:gdLst/>
              <a:ahLst/>
              <a:cxnLst/>
              <a:rect r="r" b="b" t="t" l="l"/>
              <a:pathLst>
                <a:path h="100914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992251"/>
                  </a:lnTo>
                  <a:cubicBezTo>
                    <a:pt x="22467063" y="1001649"/>
                    <a:pt x="22459443" y="1009142"/>
                    <a:pt x="2245017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22450171" y="975360"/>
                  </a:lnTo>
                  <a:lnTo>
                    <a:pt x="22450171" y="992251"/>
                  </a:lnTo>
                  <a:lnTo>
                    <a:pt x="22433280" y="99225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8961120"/>
            <a:ext cx="16824960" cy="731520"/>
            <a:chOff x="0" y="0"/>
            <a:chExt cx="22433280" cy="975360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2433280" cy="975360"/>
            </a:xfrm>
            <a:custGeom>
              <a:avLst/>
              <a:gdLst/>
              <a:ahLst/>
              <a:cxnLst/>
              <a:rect r="r" b="b" t="t" l="l"/>
              <a:pathLst>
                <a:path h="97536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98155" r="0" b="-398155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47625"/>
              <a:ext cx="22433280" cy="10229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🐳  All three services run together with   docker compose up --build</a:t>
              </a:r>
            </a:p>
          </p:txBody>
        </p:sp>
      </p:grpSp>
      <p:sp>
        <p:nvSpPr>
          <p:cNvPr name="AutoShape 113" id="113"/>
          <p:cNvSpPr/>
          <p:nvPr/>
        </p:nvSpPr>
        <p:spPr>
          <a:xfrm>
            <a:off x="5092827" y="3865216"/>
            <a:ext cx="2250196" cy="9525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114" id="114"/>
          <p:cNvSpPr/>
          <p:nvPr/>
        </p:nvSpPr>
        <p:spPr>
          <a:xfrm>
            <a:off x="5089560" y="6533197"/>
            <a:ext cx="2256720" cy="9525"/>
          </a:xfrm>
          <a:prstGeom prst="line">
            <a:avLst/>
          </a:prstGeom>
          <a:ln cap="rnd" w="9525">
            <a:solidFill>
              <a:srgbClr val="4472C4"/>
            </a:solidFill>
            <a:prstDash val="solid"/>
            <a:headEnd type="none" len="sm" w="sm"/>
            <a:tailEnd type="triangle" len="med" w="lg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BACKEND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API Routes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181863"/>
            <a:ext cx="16850363" cy="665483"/>
            <a:chOff x="0" y="0"/>
            <a:chExt cx="22467151" cy="88731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467063" cy="887224"/>
            </a:xfrm>
            <a:custGeom>
              <a:avLst/>
              <a:gdLst/>
              <a:ahLst/>
              <a:cxnLst/>
              <a:rect r="r" b="b" t="t" l="l"/>
              <a:pathLst>
                <a:path h="887224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70331"/>
                  </a:lnTo>
                  <a:cubicBezTo>
                    <a:pt x="22467063" y="879729"/>
                    <a:pt x="22459443" y="887222"/>
                    <a:pt x="22450171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2450171" y="853440"/>
                  </a:lnTo>
                  <a:lnTo>
                    <a:pt x="22450171" y="870331"/>
                  </a:lnTo>
                  <a:lnTo>
                    <a:pt x="22433280" y="870331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2194560"/>
            <a:ext cx="16824960" cy="640080"/>
            <a:chOff x="0" y="0"/>
            <a:chExt cx="22433280" cy="85344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433280" cy="853440"/>
            </a:xfrm>
            <a:custGeom>
              <a:avLst/>
              <a:gdLst/>
              <a:ahLst/>
              <a:cxnLst/>
              <a:rect r="r" b="b" t="t" l="l"/>
              <a:pathLst>
                <a:path h="8534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2178" r="0" b="-462178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43328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request bodies are validated automatically by Zod middleware before reaching any controller.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823" y="3096263"/>
            <a:ext cx="16850363" cy="628907"/>
            <a:chOff x="0" y="0"/>
            <a:chExt cx="22467151" cy="83854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18823" y="3096263"/>
            <a:ext cx="1579883" cy="628907"/>
            <a:chOff x="0" y="0"/>
            <a:chExt cx="2106511" cy="83854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731520" y="3108960"/>
            <a:ext cx="1554480" cy="603504"/>
            <a:chOff x="0" y="0"/>
            <a:chExt cx="2072640" cy="80467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414016" y="3200400"/>
            <a:ext cx="7680960" cy="420624"/>
            <a:chOff x="0" y="0"/>
            <a:chExt cx="10241280" cy="5608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/api/users/register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241280" y="3218688"/>
            <a:ext cx="6400800" cy="402336"/>
            <a:chOff x="0" y="0"/>
            <a:chExt cx="853440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teacher account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18823" y="3772919"/>
            <a:ext cx="16850363" cy="628907"/>
            <a:chOff x="0" y="0"/>
            <a:chExt cx="22467151" cy="83854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718823" y="3772919"/>
            <a:ext cx="1579883" cy="628907"/>
            <a:chOff x="0" y="0"/>
            <a:chExt cx="2106511" cy="83854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31520" y="3785616"/>
            <a:ext cx="1554480" cy="603504"/>
            <a:chOff x="0" y="0"/>
            <a:chExt cx="2072640" cy="80467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2414016" y="3877056"/>
            <a:ext cx="7680960" cy="420624"/>
            <a:chOff x="0" y="0"/>
            <a:chExt cx="10241280" cy="56083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/api/users/login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241280" y="3895344"/>
            <a:ext cx="6400800" cy="402336"/>
            <a:chOff x="0" y="0"/>
            <a:chExt cx="8534400" cy="536448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Login → JWT token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8823" y="4449575"/>
            <a:ext cx="16850363" cy="628907"/>
            <a:chOff x="0" y="0"/>
            <a:chExt cx="22467151" cy="838543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18823" y="4449575"/>
            <a:ext cx="1579883" cy="628907"/>
            <a:chOff x="0" y="0"/>
            <a:chExt cx="2106511" cy="838543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731520" y="4462272"/>
            <a:ext cx="1554480" cy="603504"/>
            <a:chOff x="0" y="0"/>
            <a:chExt cx="2072640" cy="80467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2414016" y="4553712"/>
            <a:ext cx="7680960" cy="420624"/>
            <a:chOff x="0" y="0"/>
            <a:chExt cx="10241280" cy="560832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/api/users/dashboard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0241280" y="4572000"/>
            <a:ext cx="6400800" cy="402336"/>
            <a:chOff x="0" y="0"/>
            <a:chExt cx="8534400" cy="536448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Stats + topic breakdown</a:t>
              </a:r>
            </a:p>
          </p:txBody>
        </p:sp>
      </p:grpSp>
      <p:grpSp>
        <p:nvGrpSpPr>
          <p:cNvPr name="Group 62" id="62"/>
          <p:cNvGrpSpPr/>
          <p:nvPr/>
        </p:nvGrpSpPr>
        <p:grpSpPr>
          <a:xfrm rot="0">
            <a:off x="16629383" y="4577591"/>
            <a:ext cx="811787" cy="354587"/>
            <a:chOff x="0" y="0"/>
            <a:chExt cx="1082383" cy="472783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082294" cy="472696"/>
            </a:xfrm>
            <a:custGeom>
              <a:avLst/>
              <a:gdLst/>
              <a:ahLst/>
              <a:cxnLst/>
              <a:rect r="r" b="b" t="t" l="l"/>
              <a:pathLst>
                <a:path h="472696" w="1082294">
                  <a:moveTo>
                    <a:pt x="16891" y="0"/>
                  </a:moveTo>
                  <a:lnTo>
                    <a:pt x="1065403" y="0"/>
                  </a:lnTo>
                  <a:cubicBezTo>
                    <a:pt x="1074801" y="0"/>
                    <a:pt x="1082294" y="7620"/>
                    <a:pt x="1082294" y="16891"/>
                  </a:cubicBezTo>
                  <a:lnTo>
                    <a:pt x="1082294" y="455803"/>
                  </a:lnTo>
                  <a:cubicBezTo>
                    <a:pt x="1082294" y="465201"/>
                    <a:pt x="1074674" y="472694"/>
                    <a:pt x="10654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1065403" y="438912"/>
                  </a:lnTo>
                  <a:lnTo>
                    <a:pt x="1065403" y="455803"/>
                  </a:lnTo>
                  <a:lnTo>
                    <a:pt x="1048512" y="455803"/>
                  </a:lnTo>
                  <a:lnTo>
                    <a:pt x="1048512" y="16891"/>
                  </a:lnTo>
                  <a:lnTo>
                    <a:pt x="1065403" y="16891"/>
                  </a:lnTo>
                  <a:lnTo>
                    <a:pt x="1065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6642080" y="4590288"/>
            <a:ext cx="786384" cy="329184"/>
            <a:chOff x="0" y="0"/>
            <a:chExt cx="1048512" cy="43891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8" t="0" r="-3708" b="0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28575"/>
              <a:ext cx="10485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718823" y="5126231"/>
            <a:ext cx="16850363" cy="628907"/>
            <a:chOff x="0" y="0"/>
            <a:chExt cx="22467151" cy="838543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71" id="71"/>
          <p:cNvGrpSpPr/>
          <p:nvPr/>
        </p:nvGrpSpPr>
        <p:grpSpPr>
          <a:xfrm rot="0">
            <a:off x="718823" y="5126231"/>
            <a:ext cx="1579883" cy="628907"/>
            <a:chOff x="0" y="0"/>
            <a:chExt cx="2106511" cy="838543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31520" y="5138928"/>
            <a:ext cx="1554480" cy="603504"/>
            <a:chOff x="0" y="0"/>
            <a:chExt cx="2072640" cy="80467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76" id="76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77" id="77"/>
          <p:cNvGrpSpPr/>
          <p:nvPr/>
        </p:nvGrpSpPr>
        <p:grpSpPr>
          <a:xfrm rot="0">
            <a:off x="2414016" y="5230368"/>
            <a:ext cx="7680960" cy="420624"/>
            <a:chOff x="0" y="0"/>
            <a:chExt cx="10241280" cy="56083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/api/users/forgot_password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0241280" y="5248656"/>
            <a:ext cx="6400800" cy="402336"/>
            <a:chOff x="0" y="0"/>
            <a:chExt cx="8534400" cy="536448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Send password reset email (AWS SES)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718823" y="5802887"/>
            <a:ext cx="16850363" cy="628907"/>
            <a:chOff x="0" y="0"/>
            <a:chExt cx="22467151" cy="838543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718823" y="5802887"/>
            <a:ext cx="1579883" cy="628907"/>
            <a:chOff x="0" y="0"/>
            <a:chExt cx="2106511" cy="838543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89" id="89"/>
          <p:cNvGrpSpPr/>
          <p:nvPr/>
        </p:nvGrpSpPr>
        <p:grpSpPr>
          <a:xfrm rot="0">
            <a:off x="731520" y="5815584"/>
            <a:ext cx="1554480" cy="603504"/>
            <a:chOff x="0" y="0"/>
            <a:chExt cx="2072640" cy="80467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2414016" y="5907024"/>
            <a:ext cx="7680960" cy="420624"/>
            <a:chOff x="0" y="0"/>
            <a:chExt cx="10241280" cy="56083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/api/topics/create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0241280" y="5925312"/>
            <a:ext cx="6400800" cy="402336"/>
            <a:chOff x="0" y="0"/>
            <a:chExt cx="8534400" cy="536448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a topic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6629383" y="5930903"/>
            <a:ext cx="811787" cy="354587"/>
            <a:chOff x="0" y="0"/>
            <a:chExt cx="1082383" cy="472783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16891" y="16891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1082294" cy="472696"/>
            </a:xfrm>
            <a:custGeom>
              <a:avLst/>
              <a:gdLst/>
              <a:ahLst/>
              <a:cxnLst/>
              <a:rect r="r" b="b" t="t" l="l"/>
              <a:pathLst>
                <a:path h="472696" w="1082294">
                  <a:moveTo>
                    <a:pt x="16891" y="0"/>
                  </a:moveTo>
                  <a:lnTo>
                    <a:pt x="1065403" y="0"/>
                  </a:lnTo>
                  <a:cubicBezTo>
                    <a:pt x="1074801" y="0"/>
                    <a:pt x="1082294" y="7620"/>
                    <a:pt x="1082294" y="16891"/>
                  </a:cubicBezTo>
                  <a:lnTo>
                    <a:pt x="1082294" y="455803"/>
                  </a:lnTo>
                  <a:cubicBezTo>
                    <a:pt x="1082294" y="465201"/>
                    <a:pt x="1074674" y="472694"/>
                    <a:pt x="10654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1065403" y="438912"/>
                  </a:lnTo>
                  <a:lnTo>
                    <a:pt x="1065403" y="455803"/>
                  </a:lnTo>
                  <a:lnTo>
                    <a:pt x="1048512" y="455803"/>
                  </a:lnTo>
                  <a:lnTo>
                    <a:pt x="1048512" y="16891"/>
                  </a:lnTo>
                  <a:lnTo>
                    <a:pt x="1065403" y="16891"/>
                  </a:lnTo>
                  <a:lnTo>
                    <a:pt x="1065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01" id="101"/>
          <p:cNvGrpSpPr/>
          <p:nvPr/>
        </p:nvGrpSpPr>
        <p:grpSpPr>
          <a:xfrm rot="0">
            <a:off x="16642080" y="5943600"/>
            <a:ext cx="786384" cy="329184"/>
            <a:chOff x="0" y="0"/>
            <a:chExt cx="1048512" cy="43891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8" t="0" r="-3708" b="0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28575"/>
              <a:ext cx="10485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718823" y="6479543"/>
            <a:ext cx="16850363" cy="628907"/>
            <a:chOff x="0" y="0"/>
            <a:chExt cx="22467151" cy="838543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07" id="107"/>
          <p:cNvGrpSpPr/>
          <p:nvPr/>
        </p:nvGrpSpPr>
        <p:grpSpPr>
          <a:xfrm rot="0">
            <a:off x="718823" y="6479543"/>
            <a:ext cx="1579883" cy="628907"/>
            <a:chOff x="0" y="0"/>
            <a:chExt cx="2106511" cy="838543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563EB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563EB"/>
            </a:solidFill>
          </p:spPr>
        </p:sp>
      </p:grpSp>
      <p:grpSp>
        <p:nvGrpSpPr>
          <p:cNvPr name="Group 110" id="110"/>
          <p:cNvGrpSpPr/>
          <p:nvPr/>
        </p:nvGrpSpPr>
        <p:grpSpPr>
          <a:xfrm rot="0">
            <a:off x="731520" y="6492240"/>
            <a:ext cx="1554480" cy="603504"/>
            <a:chOff x="0" y="0"/>
            <a:chExt cx="2072640" cy="80467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GET</a:t>
              </a:r>
            </a:p>
          </p:txBody>
        </p:sp>
      </p:grpSp>
      <p:grpSp>
        <p:nvGrpSpPr>
          <p:cNvPr name="Group 113" id="113"/>
          <p:cNvGrpSpPr/>
          <p:nvPr/>
        </p:nvGrpSpPr>
        <p:grpSpPr>
          <a:xfrm rot="0">
            <a:off x="2414016" y="6583680"/>
            <a:ext cx="7680960" cy="420624"/>
            <a:chOff x="0" y="0"/>
            <a:chExt cx="10241280" cy="560832"/>
          </a:xfrm>
        </p:grpSpPr>
        <p:sp>
          <p:nvSpPr>
            <p:cNvPr name="Freeform 114" id="114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115" id="115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/api/topics/all</a:t>
              </a:r>
            </a:p>
          </p:txBody>
        </p:sp>
      </p:grpSp>
      <p:grpSp>
        <p:nvGrpSpPr>
          <p:cNvPr name="Group 116" id="116"/>
          <p:cNvGrpSpPr/>
          <p:nvPr/>
        </p:nvGrpSpPr>
        <p:grpSpPr>
          <a:xfrm rot="0">
            <a:off x="10241280" y="6601968"/>
            <a:ext cx="6400800" cy="402336"/>
            <a:chOff x="0" y="0"/>
            <a:chExt cx="8534400" cy="536448"/>
          </a:xfrm>
        </p:grpSpPr>
        <p:sp>
          <p:nvSpPr>
            <p:cNvPr name="Freeform 117" id="117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118" id="118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All topics with question counts</a:t>
              </a:r>
            </a:p>
          </p:txBody>
        </p:sp>
      </p:grpSp>
      <p:grpSp>
        <p:nvGrpSpPr>
          <p:cNvPr name="Group 119" id="119"/>
          <p:cNvGrpSpPr/>
          <p:nvPr/>
        </p:nvGrpSpPr>
        <p:grpSpPr>
          <a:xfrm rot="0">
            <a:off x="16629383" y="6607559"/>
            <a:ext cx="811787" cy="354587"/>
            <a:chOff x="0" y="0"/>
            <a:chExt cx="1082383" cy="472783"/>
          </a:xfrm>
        </p:grpSpPr>
        <p:sp>
          <p:nvSpPr>
            <p:cNvPr name="Freeform 120" id="120"/>
            <p:cNvSpPr/>
            <p:nvPr/>
          </p:nvSpPr>
          <p:spPr>
            <a:xfrm flipH="false" flipV="false" rot="0">
              <a:off x="16891" y="16891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0" y="0"/>
              <a:ext cx="1082294" cy="472696"/>
            </a:xfrm>
            <a:custGeom>
              <a:avLst/>
              <a:gdLst/>
              <a:ahLst/>
              <a:cxnLst/>
              <a:rect r="r" b="b" t="t" l="l"/>
              <a:pathLst>
                <a:path h="472696" w="1082294">
                  <a:moveTo>
                    <a:pt x="16891" y="0"/>
                  </a:moveTo>
                  <a:lnTo>
                    <a:pt x="1065403" y="0"/>
                  </a:lnTo>
                  <a:cubicBezTo>
                    <a:pt x="1074801" y="0"/>
                    <a:pt x="1082294" y="7620"/>
                    <a:pt x="1082294" y="16891"/>
                  </a:cubicBezTo>
                  <a:lnTo>
                    <a:pt x="1082294" y="455803"/>
                  </a:lnTo>
                  <a:cubicBezTo>
                    <a:pt x="1082294" y="465201"/>
                    <a:pt x="1074674" y="472694"/>
                    <a:pt x="10654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1065403" y="438912"/>
                  </a:lnTo>
                  <a:lnTo>
                    <a:pt x="1065403" y="455803"/>
                  </a:lnTo>
                  <a:lnTo>
                    <a:pt x="1048512" y="455803"/>
                  </a:lnTo>
                  <a:lnTo>
                    <a:pt x="1048512" y="16891"/>
                  </a:lnTo>
                  <a:lnTo>
                    <a:pt x="1065403" y="16891"/>
                  </a:lnTo>
                  <a:lnTo>
                    <a:pt x="1065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22" id="122"/>
          <p:cNvGrpSpPr/>
          <p:nvPr/>
        </p:nvGrpSpPr>
        <p:grpSpPr>
          <a:xfrm rot="0">
            <a:off x="16642080" y="6620256"/>
            <a:ext cx="786384" cy="329184"/>
            <a:chOff x="0" y="0"/>
            <a:chExt cx="1048512" cy="438912"/>
          </a:xfrm>
        </p:grpSpPr>
        <p:sp>
          <p:nvSpPr>
            <p:cNvPr name="Freeform 123" id="123"/>
            <p:cNvSpPr/>
            <p:nvPr/>
          </p:nvSpPr>
          <p:spPr>
            <a:xfrm flipH="false" flipV="false" rot="0">
              <a:off x="0" y="0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8" t="0" r="-3708" b="0"/>
              </a:stretch>
            </a:blipFill>
          </p:spPr>
        </p:sp>
        <p:sp>
          <p:nvSpPr>
            <p:cNvPr name="TextBox 124" id="124"/>
            <p:cNvSpPr txBox="true"/>
            <p:nvPr/>
          </p:nvSpPr>
          <p:spPr>
            <a:xfrm>
              <a:off x="0" y="-28575"/>
              <a:ext cx="10485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125" id="125"/>
          <p:cNvGrpSpPr/>
          <p:nvPr/>
        </p:nvGrpSpPr>
        <p:grpSpPr>
          <a:xfrm rot="0">
            <a:off x="718823" y="7156199"/>
            <a:ext cx="16850363" cy="628907"/>
            <a:chOff x="0" y="0"/>
            <a:chExt cx="22467151" cy="838543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28" id="128"/>
          <p:cNvGrpSpPr/>
          <p:nvPr/>
        </p:nvGrpSpPr>
        <p:grpSpPr>
          <a:xfrm rot="0">
            <a:off x="718823" y="7156199"/>
            <a:ext cx="1579883" cy="628907"/>
            <a:chOff x="0" y="0"/>
            <a:chExt cx="2106511" cy="838543"/>
          </a:xfrm>
        </p:grpSpPr>
        <p:sp>
          <p:nvSpPr>
            <p:cNvPr name="Freeform 129" id="129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D97706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97706"/>
            </a:solidFill>
          </p:spPr>
        </p:sp>
      </p:grpSp>
      <p:grpSp>
        <p:nvGrpSpPr>
          <p:cNvPr name="Group 131" id="131"/>
          <p:cNvGrpSpPr/>
          <p:nvPr/>
        </p:nvGrpSpPr>
        <p:grpSpPr>
          <a:xfrm rot="0">
            <a:off x="731520" y="7168896"/>
            <a:ext cx="1554480" cy="603504"/>
            <a:chOff x="0" y="0"/>
            <a:chExt cx="2072640" cy="804672"/>
          </a:xfrm>
        </p:grpSpPr>
        <p:sp>
          <p:nvSpPr>
            <p:cNvPr name="Freeform 132" id="132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133" id="133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PUT</a:t>
              </a:r>
            </a:p>
          </p:txBody>
        </p:sp>
      </p:grpSp>
      <p:grpSp>
        <p:nvGrpSpPr>
          <p:cNvPr name="Group 134" id="134"/>
          <p:cNvGrpSpPr/>
          <p:nvPr/>
        </p:nvGrpSpPr>
        <p:grpSpPr>
          <a:xfrm rot="0">
            <a:off x="2414016" y="7260336"/>
            <a:ext cx="7680960" cy="420624"/>
            <a:chOff x="0" y="0"/>
            <a:chExt cx="10241280" cy="560832"/>
          </a:xfrm>
        </p:grpSpPr>
        <p:sp>
          <p:nvSpPr>
            <p:cNvPr name="Freeform 135" id="135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136" id="136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/api/topics/update</a:t>
              </a:r>
            </a:p>
          </p:txBody>
        </p:sp>
      </p:grpSp>
      <p:grpSp>
        <p:nvGrpSpPr>
          <p:cNvPr name="Group 137" id="137"/>
          <p:cNvGrpSpPr/>
          <p:nvPr/>
        </p:nvGrpSpPr>
        <p:grpSpPr>
          <a:xfrm rot="0">
            <a:off x="10241280" y="7278624"/>
            <a:ext cx="6400800" cy="402336"/>
            <a:chOff x="0" y="0"/>
            <a:chExt cx="8534400" cy="536448"/>
          </a:xfrm>
        </p:grpSpPr>
        <p:sp>
          <p:nvSpPr>
            <p:cNvPr name="Freeform 138" id="138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139" id="139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Update topic name/description</a:t>
              </a:r>
            </a:p>
          </p:txBody>
        </p:sp>
      </p:grpSp>
      <p:grpSp>
        <p:nvGrpSpPr>
          <p:cNvPr name="Group 140" id="140"/>
          <p:cNvGrpSpPr/>
          <p:nvPr/>
        </p:nvGrpSpPr>
        <p:grpSpPr>
          <a:xfrm rot="0">
            <a:off x="16629383" y="7284215"/>
            <a:ext cx="811787" cy="354587"/>
            <a:chOff x="0" y="0"/>
            <a:chExt cx="1082383" cy="472783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16891" y="16891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42" id="142"/>
            <p:cNvSpPr/>
            <p:nvPr/>
          </p:nvSpPr>
          <p:spPr>
            <a:xfrm flipH="false" flipV="false" rot="0">
              <a:off x="0" y="0"/>
              <a:ext cx="1082294" cy="472696"/>
            </a:xfrm>
            <a:custGeom>
              <a:avLst/>
              <a:gdLst/>
              <a:ahLst/>
              <a:cxnLst/>
              <a:rect r="r" b="b" t="t" l="l"/>
              <a:pathLst>
                <a:path h="472696" w="1082294">
                  <a:moveTo>
                    <a:pt x="16891" y="0"/>
                  </a:moveTo>
                  <a:lnTo>
                    <a:pt x="1065403" y="0"/>
                  </a:lnTo>
                  <a:cubicBezTo>
                    <a:pt x="1074801" y="0"/>
                    <a:pt x="1082294" y="7620"/>
                    <a:pt x="1082294" y="16891"/>
                  </a:cubicBezTo>
                  <a:lnTo>
                    <a:pt x="1082294" y="455803"/>
                  </a:lnTo>
                  <a:cubicBezTo>
                    <a:pt x="1082294" y="465201"/>
                    <a:pt x="1074674" y="472694"/>
                    <a:pt x="10654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1065403" y="438912"/>
                  </a:lnTo>
                  <a:lnTo>
                    <a:pt x="1065403" y="455803"/>
                  </a:lnTo>
                  <a:lnTo>
                    <a:pt x="1048512" y="455803"/>
                  </a:lnTo>
                  <a:lnTo>
                    <a:pt x="1048512" y="16891"/>
                  </a:lnTo>
                  <a:lnTo>
                    <a:pt x="1065403" y="16891"/>
                  </a:lnTo>
                  <a:lnTo>
                    <a:pt x="1065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43" id="143"/>
          <p:cNvGrpSpPr/>
          <p:nvPr/>
        </p:nvGrpSpPr>
        <p:grpSpPr>
          <a:xfrm rot="0">
            <a:off x="16642080" y="7296912"/>
            <a:ext cx="786384" cy="329184"/>
            <a:chOff x="0" y="0"/>
            <a:chExt cx="1048512" cy="438912"/>
          </a:xfrm>
        </p:grpSpPr>
        <p:sp>
          <p:nvSpPr>
            <p:cNvPr name="Freeform 144" id="144"/>
            <p:cNvSpPr/>
            <p:nvPr/>
          </p:nvSpPr>
          <p:spPr>
            <a:xfrm flipH="false" flipV="false" rot="0">
              <a:off x="0" y="0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8" t="0" r="-3708" b="0"/>
              </a:stretch>
            </a:blipFill>
          </p:spPr>
        </p:sp>
        <p:sp>
          <p:nvSpPr>
            <p:cNvPr name="TextBox 145" id="145"/>
            <p:cNvSpPr txBox="true"/>
            <p:nvPr/>
          </p:nvSpPr>
          <p:spPr>
            <a:xfrm>
              <a:off x="0" y="-28575"/>
              <a:ext cx="10485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146" id="146"/>
          <p:cNvGrpSpPr/>
          <p:nvPr/>
        </p:nvGrpSpPr>
        <p:grpSpPr>
          <a:xfrm rot="0">
            <a:off x="718823" y="7832855"/>
            <a:ext cx="16850363" cy="628907"/>
            <a:chOff x="0" y="0"/>
            <a:chExt cx="22467151" cy="838543"/>
          </a:xfrm>
        </p:grpSpPr>
        <p:sp>
          <p:nvSpPr>
            <p:cNvPr name="Freeform 147" id="147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9" id="149"/>
          <p:cNvGrpSpPr/>
          <p:nvPr/>
        </p:nvGrpSpPr>
        <p:grpSpPr>
          <a:xfrm rot="0">
            <a:off x="718823" y="7832855"/>
            <a:ext cx="1579883" cy="628907"/>
            <a:chOff x="0" y="0"/>
            <a:chExt cx="2106511" cy="838543"/>
          </a:xfrm>
        </p:grpSpPr>
        <p:sp>
          <p:nvSpPr>
            <p:cNvPr name="Freeform 150" id="150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151" id="151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152" id="152"/>
          <p:cNvGrpSpPr/>
          <p:nvPr/>
        </p:nvGrpSpPr>
        <p:grpSpPr>
          <a:xfrm rot="0">
            <a:off x="731520" y="7845552"/>
            <a:ext cx="1554480" cy="603504"/>
            <a:chOff x="0" y="0"/>
            <a:chExt cx="2072640" cy="804672"/>
          </a:xfrm>
        </p:grpSpPr>
        <p:sp>
          <p:nvSpPr>
            <p:cNvPr name="Freeform 153" id="153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154" id="154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DELETE</a:t>
              </a:r>
            </a:p>
          </p:txBody>
        </p:sp>
      </p:grpSp>
      <p:grpSp>
        <p:nvGrpSpPr>
          <p:cNvPr name="Group 155" id="155"/>
          <p:cNvGrpSpPr/>
          <p:nvPr/>
        </p:nvGrpSpPr>
        <p:grpSpPr>
          <a:xfrm rot="0">
            <a:off x="2414016" y="7936992"/>
            <a:ext cx="7680960" cy="420624"/>
            <a:chOff x="0" y="0"/>
            <a:chExt cx="10241280" cy="560832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/api/topics/delete</a:t>
              </a:r>
            </a:p>
          </p:txBody>
        </p:sp>
      </p:grpSp>
      <p:grpSp>
        <p:nvGrpSpPr>
          <p:cNvPr name="Group 158" id="158"/>
          <p:cNvGrpSpPr/>
          <p:nvPr/>
        </p:nvGrpSpPr>
        <p:grpSpPr>
          <a:xfrm rot="0">
            <a:off x="10241280" y="7955280"/>
            <a:ext cx="6400800" cy="402336"/>
            <a:chOff x="0" y="0"/>
            <a:chExt cx="8534400" cy="536448"/>
          </a:xfrm>
        </p:grpSpPr>
        <p:sp>
          <p:nvSpPr>
            <p:cNvPr name="Freeform 159" id="159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160" id="160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Delete a topic</a:t>
              </a:r>
            </a:p>
          </p:txBody>
        </p:sp>
      </p:grpSp>
      <p:grpSp>
        <p:nvGrpSpPr>
          <p:cNvPr name="Group 161" id="161"/>
          <p:cNvGrpSpPr/>
          <p:nvPr/>
        </p:nvGrpSpPr>
        <p:grpSpPr>
          <a:xfrm rot="0">
            <a:off x="16629383" y="7960871"/>
            <a:ext cx="811787" cy="354587"/>
            <a:chOff x="0" y="0"/>
            <a:chExt cx="1082383" cy="472783"/>
          </a:xfrm>
        </p:grpSpPr>
        <p:sp>
          <p:nvSpPr>
            <p:cNvPr name="Freeform 162" id="162"/>
            <p:cNvSpPr/>
            <p:nvPr/>
          </p:nvSpPr>
          <p:spPr>
            <a:xfrm flipH="false" flipV="false" rot="0">
              <a:off x="16891" y="16891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1082294" cy="472696"/>
            </a:xfrm>
            <a:custGeom>
              <a:avLst/>
              <a:gdLst/>
              <a:ahLst/>
              <a:cxnLst/>
              <a:rect r="r" b="b" t="t" l="l"/>
              <a:pathLst>
                <a:path h="472696" w="1082294">
                  <a:moveTo>
                    <a:pt x="16891" y="0"/>
                  </a:moveTo>
                  <a:lnTo>
                    <a:pt x="1065403" y="0"/>
                  </a:lnTo>
                  <a:cubicBezTo>
                    <a:pt x="1074801" y="0"/>
                    <a:pt x="1082294" y="7620"/>
                    <a:pt x="1082294" y="16891"/>
                  </a:cubicBezTo>
                  <a:lnTo>
                    <a:pt x="1082294" y="455803"/>
                  </a:lnTo>
                  <a:cubicBezTo>
                    <a:pt x="1082294" y="465201"/>
                    <a:pt x="1074674" y="472694"/>
                    <a:pt x="10654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1065403" y="438912"/>
                  </a:lnTo>
                  <a:lnTo>
                    <a:pt x="1065403" y="455803"/>
                  </a:lnTo>
                  <a:lnTo>
                    <a:pt x="1048512" y="455803"/>
                  </a:lnTo>
                  <a:lnTo>
                    <a:pt x="1048512" y="16891"/>
                  </a:lnTo>
                  <a:lnTo>
                    <a:pt x="1065403" y="16891"/>
                  </a:lnTo>
                  <a:lnTo>
                    <a:pt x="1065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64" id="164"/>
          <p:cNvGrpSpPr/>
          <p:nvPr/>
        </p:nvGrpSpPr>
        <p:grpSpPr>
          <a:xfrm rot="0">
            <a:off x="16642080" y="7973568"/>
            <a:ext cx="786384" cy="329184"/>
            <a:chOff x="0" y="0"/>
            <a:chExt cx="1048512" cy="438912"/>
          </a:xfrm>
        </p:grpSpPr>
        <p:sp>
          <p:nvSpPr>
            <p:cNvPr name="Freeform 165" id="165"/>
            <p:cNvSpPr/>
            <p:nvPr/>
          </p:nvSpPr>
          <p:spPr>
            <a:xfrm flipH="false" flipV="false" rot="0">
              <a:off x="0" y="0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8" t="0" r="-3708" b="0"/>
              </a:stretch>
            </a:blipFill>
          </p:spPr>
        </p:sp>
        <p:sp>
          <p:nvSpPr>
            <p:cNvPr name="TextBox 166" id="166"/>
            <p:cNvSpPr txBox="true"/>
            <p:nvPr/>
          </p:nvSpPr>
          <p:spPr>
            <a:xfrm>
              <a:off x="0" y="-28575"/>
              <a:ext cx="10485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167" id="167"/>
          <p:cNvGrpSpPr/>
          <p:nvPr/>
        </p:nvGrpSpPr>
        <p:grpSpPr>
          <a:xfrm rot="0">
            <a:off x="718823" y="8509511"/>
            <a:ext cx="16850363" cy="628907"/>
            <a:chOff x="0" y="0"/>
            <a:chExt cx="22467151" cy="838543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70" id="170"/>
          <p:cNvGrpSpPr/>
          <p:nvPr/>
        </p:nvGrpSpPr>
        <p:grpSpPr>
          <a:xfrm rot="0">
            <a:off x="718823" y="8509511"/>
            <a:ext cx="1579883" cy="628907"/>
            <a:chOff x="0" y="0"/>
            <a:chExt cx="2106511" cy="838543"/>
          </a:xfrm>
        </p:grpSpPr>
        <p:sp>
          <p:nvSpPr>
            <p:cNvPr name="Freeform 171" id="171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73" id="173"/>
          <p:cNvGrpSpPr/>
          <p:nvPr/>
        </p:nvGrpSpPr>
        <p:grpSpPr>
          <a:xfrm rot="0">
            <a:off x="731520" y="8522208"/>
            <a:ext cx="1554480" cy="603504"/>
            <a:chOff x="0" y="0"/>
            <a:chExt cx="2072640" cy="804672"/>
          </a:xfrm>
        </p:grpSpPr>
        <p:sp>
          <p:nvSpPr>
            <p:cNvPr name="Freeform 174" id="174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175" id="175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176" id="176"/>
          <p:cNvGrpSpPr/>
          <p:nvPr/>
        </p:nvGrpSpPr>
        <p:grpSpPr>
          <a:xfrm rot="0">
            <a:off x="2414016" y="8613648"/>
            <a:ext cx="7680960" cy="420624"/>
            <a:chOff x="0" y="0"/>
            <a:chExt cx="10241280" cy="560832"/>
          </a:xfrm>
        </p:grpSpPr>
        <p:sp>
          <p:nvSpPr>
            <p:cNvPr name="Freeform 177" id="177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178" id="178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/api/questions/create</a:t>
              </a:r>
            </a:p>
          </p:txBody>
        </p:sp>
      </p:grpSp>
      <p:grpSp>
        <p:nvGrpSpPr>
          <p:cNvPr name="Group 179" id="179"/>
          <p:cNvGrpSpPr/>
          <p:nvPr/>
        </p:nvGrpSpPr>
        <p:grpSpPr>
          <a:xfrm rot="0">
            <a:off x="10241280" y="8631936"/>
            <a:ext cx="6400800" cy="402336"/>
            <a:chOff x="0" y="0"/>
            <a:chExt cx="8534400" cy="536448"/>
          </a:xfrm>
        </p:grpSpPr>
        <p:sp>
          <p:nvSpPr>
            <p:cNvPr name="Freeform 180" id="180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181" id="181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 MCQ / TF / FRQ question</a:t>
              </a:r>
            </a:p>
          </p:txBody>
        </p:sp>
      </p:grpSp>
      <p:grpSp>
        <p:nvGrpSpPr>
          <p:cNvPr name="Group 182" id="182"/>
          <p:cNvGrpSpPr/>
          <p:nvPr/>
        </p:nvGrpSpPr>
        <p:grpSpPr>
          <a:xfrm rot="0">
            <a:off x="16629383" y="8637527"/>
            <a:ext cx="811787" cy="354587"/>
            <a:chOff x="0" y="0"/>
            <a:chExt cx="1082383" cy="472783"/>
          </a:xfrm>
        </p:grpSpPr>
        <p:sp>
          <p:nvSpPr>
            <p:cNvPr name="Freeform 183" id="183"/>
            <p:cNvSpPr/>
            <p:nvPr/>
          </p:nvSpPr>
          <p:spPr>
            <a:xfrm flipH="false" flipV="false" rot="0">
              <a:off x="16891" y="16891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1082294" cy="472696"/>
            </a:xfrm>
            <a:custGeom>
              <a:avLst/>
              <a:gdLst/>
              <a:ahLst/>
              <a:cxnLst/>
              <a:rect r="r" b="b" t="t" l="l"/>
              <a:pathLst>
                <a:path h="472696" w="1082294">
                  <a:moveTo>
                    <a:pt x="16891" y="0"/>
                  </a:moveTo>
                  <a:lnTo>
                    <a:pt x="1065403" y="0"/>
                  </a:lnTo>
                  <a:cubicBezTo>
                    <a:pt x="1074801" y="0"/>
                    <a:pt x="1082294" y="7620"/>
                    <a:pt x="1082294" y="16891"/>
                  </a:cubicBezTo>
                  <a:lnTo>
                    <a:pt x="1082294" y="455803"/>
                  </a:lnTo>
                  <a:cubicBezTo>
                    <a:pt x="1082294" y="465201"/>
                    <a:pt x="1074674" y="472694"/>
                    <a:pt x="10654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1065403" y="438912"/>
                  </a:lnTo>
                  <a:lnTo>
                    <a:pt x="1065403" y="455803"/>
                  </a:lnTo>
                  <a:lnTo>
                    <a:pt x="1048512" y="455803"/>
                  </a:lnTo>
                  <a:lnTo>
                    <a:pt x="1048512" y="16891"/>
                  </a:lnTo>
                  <a:lnTo>
                    <a:pt x="1065403" y="16891"/>
                  </a:lnTo>
                  <a:lnTo>
                    <a:pt x="1065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85" id="185"/>
          <p:cNvGrpSpPr/>
          <p:nvPr/>
        </p:nvGrpSpPr>
        <p:grpSpPr>
          <a:xfrm rot="0">
            <a:off x="16642080" y="8650224"/>
            <a:ext cx="786384" cy="329184"/>
            <a:chOff x="0" y="0"/>
            <a:chExt cx="1048512" cy="438912"/>
          </a:xfrm>
        </p:grpSpPr>
        <p:sp>
          <p:nvSpPr>
            <p:cNvPr name="Freeform 186" id="186"/>
            <p:cNvSpPr/>
            <p:nvPr/>
          </p:nvSpPr>
          <p:spPr>
            <a:xfrm flipH="false" flipV="false" rot="0">
              <a:off x="0" y="0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8" t="0" r="-3708" b="0"/>
              </a:stretch>
            </a:blipFill>
          </p:spPr>
        </p:sp>
        <p:sp>
          <p:nvSpPr>
            <p:cNvPr name="TextBox 187" id="187"/>
            <p:cNvSpPr txBox="true"/>
            <p:nvPr/>
          </p:nvSpPr>
          <p:spPr>
            <a:xfrm>
              <a:off x="0" y="-28575"/>
              <a:ext cx="10485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  <p:grpSp>
        <p:nvGrpSpPr>
          <p:cNvPr name="Group 188" id="188"/>
          <p:cNvGrpSpPr/>
          <p:nvPr/>
        </p:nvGrpSpPr>
        <p:grpSpPr>
          <a:xfrm rot="0">
            <a:off x="718823" y="9186167"/>
            <a:ext cx="16850363" cy="628907"/>
            <a:chOff x="0" y="0"/>
            <a:chExt cx="22467151" cy="838543"/>
          </a:xfrm>
        </p:grpSpPr>
        <p:sp>
          <p:nvSpPr>
            <p:cNvPr name="Freeform 189" id="189"/>
            <p:cNvSpPr/>
            <p:nvPr/>
          </p:nvSpPr>
          <p:spPr>
            <a:xfrm flipH="false" flipV="false" rot="0">
              <a:off x="16891" y="16891"/>
              <a:ext cx="22433280" cy="804672"/>
            </a:xfrm>
            <a:custGeom>
              <a:avLst/>
              <a:gdLst/>
              <a:ahLst/>
              <a:cxnLst/>
              <a:rect r="r" b="b" t="t" l="l"/>
              <a:pathLst>
                <a:path h="804672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90" id="190"/>
            <p:cNvSpPr/>
            <p:nvPr/>
          </p:nvSpPr>
          <p:spPr>
            <a:xfrm flipH="false" flipV="false" rot="0">
              <a:off x="0" y="0"/>
              <a:ext cx="22467063" cy="838456"/>
            </a:xfrm>
            <a:custGeom>
              <a:avLst/>
              <a:gdLst/>
              <a:ahLst/>
              <a:cxnLst/>
              <a:rect r="r" b="b" t="t" l="l"/>
              <a:pathLst>
                <a:path h="838456" w="22467063">
                  <a:moveTo>
                    <a:pt x="16891" y="0"/>
                  </a:moveTo>
                  <a:lnTo>
                    <a:pt x="22450171" y="0"/>
                  </a:lnTo>
                  <a:cubicBezTo>
                    <a:pt x="22459569" y="0"/>
                    <a:pt x="22467063" y="7620"/>
                    <a:pt x="22467063" y="16891"/>
                  </a:cubicBezTo>
                  <a:lnTo>
                    <a:pt x="22467063" y="821563"/>
                  </a:lnTo>
                  <a:cubicBezTo>
                    <a:pt x="22467063" y="830961"/>
                    <a:pt x="22459443" y="838454"/>
                    <a:pt x="2245017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2450171" y="804672"/>
                  </a:lnTo>
                  <a:lnTo>
                    <a:pt x="22450171" y="821563"/>
                  </a:lnTo>
                  <a:lnTo>
                    <a:pt x="22433280" y="821563"/>
                  </a:lnTo>
                  <a:lnTo>
                    <a:pt x="22433280" y="16891"/>
                  </a:lnTo>
                  <a:lnTo>
                    <a:pt x="22450171" y="16891"/>
                  </a:lnTo>
                  <a:lnTo>
                    <a:pt x="2245017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91" id="191"/>
          <p:cNvGrpSpPr/>
          <p:nvPr/>
        </p:nvGrpSpPr>
        <p:grpSpPr>
          <a:xfrm rot="0">
            <a:off x="718823" y="9186167"/>
            <a:ext cx="1579883" cy="628907"/>
            <a:chOff x="0" y="0"/>
            <a:chExt cx="2106511" cy="838543"/>
          </a:xfrm>
        </p:grpSpPr>
        <p:sp>
          <p:nvSpPr>
            <p:cNvPr name="Freeform 192" id="192"/>
            <p:cNvSpPr/>
            <p:nvPr/>
          </p:nvSpPr>
          <p:spPr>
            <a:xfrm flipH="false" flipV="false" rot="0">
              <a:off x="16891" y="16891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16A34A"/>
            </a:solidFill>
          </p:spPr>
        </p:sp>
        <p:sp>
          <p:nvSpPr>
            <p:cNvPr name="Freeform 193" id="193"/>
            <p:cNvSpPr/>
            <p:nvPr/>
          </p:nvSpPr>
          <p:spPr>
            <a:xfrm flipH="false" flipV="false" rot="0">
              <a:off x="0" y="0"/>
              <a:ext cx="2106422" cy="838456"/>
            </a:xfrm>
            <a:custGeom>
              <a:avLst/>
              <a:gdLst/>
              <a:ahLst/>
              <a:cxnLst/>
              <a:rect r="r" b="b" t="t" l="l"/>
              <a:pathLst>
                <a:path h="838456" w="2106422">
                  <a:moveTo>
                    <a:pt x="16891" y="0"/>
                  </a:moveTo>
                  <a:lnTo>
                    <a:pt x="2089531" y="0"/>
                  </a:lnTo>
                  <a:cubicBezTo>
                    <a:pt x="2098929" y="0"/>
                    <a:pt x="2106422" y="7620"/>
                    <a:pt x="2106422" y="16891"/>
                  </a:cubicBezTo>
                  <a:lnTo>
                    <a:pt x="2106422" y="821563"/>
                  </a:lnTo>
                  <a:cubicBezTo>
                    <a:pt x="2106422" y="830961"/>
                    <a:pt x="2098802" y="838454"/>
                    <a:pt x="2089531" y="838454"/>
                  </a:cubicBezTo>
                  <a:lnTo>
                    <a:pt x="16891" y="838454"/>
                  </a:lnTo>
                  <a:cubicBezTo>
                    <a:pt x="7620" y="838581"/>
                    <a:pt x="0" y="830961"/>
                    <a:pt x="0" y="8215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21563"/>
                  </a:lnTo>
                  <a:lnTo>
                    <a:pt x="16891" y="821563"/>
                  </a:lnTo>
                  <a:lnTo>
                    <a:pt x="16891" y="804672"/>
                  </a:lnTo>
                  <a:lnTo>
                    <a:pt x="2089531" y="804672"/>
                  </a:lnTo>
                  <a:lnTo>
                    <a:pt x="2089531" y="821563"/>
                  </a:lnTo>
                  <a:lnTo>
                    <a:pt x="2072640" y="821563"/>
                  </a:lnTo>
                  <a:lnTo>
                    <a:pt x="2072640" y="16891"/>
                  </a:lnTo>
                  <a:lnTo>
                    <a:pt x="2089531" y="16891"/>
                  </a:lnTo>
                  <a:lnTo>
                    <a:pt x="2089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6A34A"/>
            </a:solidFill>
          </p:spPr>
        </p:sp>
      </p:grpSp>
      <p:grpSp>
        <p:nvGrpSpPr>
          <p:cNvPr name="Group 194" id="194"/>
          <p:cNvGrpSpPr/>
          <p:nvPr/>
        </p:nvGrpSpPr>
        <p:grpSpPr>
          <a:xfrm rot="0">
            <a:off x="731520" y="9198864"/>
            <a:ext cx="1554480" cy="603504"/>
            <a:chOff x="0" y="0"/>
            <a:chExt cx="2072640" cy="804672"/>
          </a:xfrm>
        </p:grpSpPr>
        <p:sp>
          <p:nvSpPr>
            <p:cNvPr name="Freeform 195" id="195"/>
            <p:cNvSpPr/>
            <p:nvPr/>
          </p:nvSpPr>
          <p:spPr>
            <a:xfrm flipH="false" flipV="false" rot="0">
              <a:off x="0" y="0"/>
              <a:ext cx="2072640" cy="804672"/>
            </a:xfrm>
            <a:custGeom>
              <a:avLst/>
              <a:gdLst/>
              <a:ahLst/>
              <a:cxnLst/>
              <a:rect r="r" b="b" t="t" l="l"/>
              <a:pathLst>
                <a:path h="804672" w="2072640">
                  <a:moveTo>
                    <a:pt x="0" y="0"/>
                  </a:moveTo>
                  <a:lnTo>
                    <a:pt x="2072640" y="0"/>
                  </a:lnTo>
                  <a:lnTo>
                    <a:pt x="207264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88" r="0" b="-188"/>
              </a:stretch>
            </a:blipFill>
          </p:spPr>
        </p:sp>
        <p:sp>
          <p:nvSpPr>
            <p:cNvPr name="TextBox 196" id="196"/>
            <p:cNvSpPr txBox="true"/>
            <p:nvPr/>
          </p:nvSpPr>
          <p:spPr>
            <a:xfrm>
              <a:off x="0" y="-38100"/>
              <a:ext cx="2072640" cy="84277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POST</a:t>
              </a:r>
            </a:p>
          </p:txBody>
        </p:sp>
      </p:grpSp>
      <p:grpSp>
        <p:nvGrpSpPr>
          <p:cNvPr name="Group 197" id="197"/>
          <p:cNvGrpSpPr/>
          <p:nvPr/>
        </p:nvGrpSpPr>
        <p:grpSpPr>
          <a:xfrm rot="0">
            <a:off x="2414016" y="9290304"/>
            <a:ext cx="7680960" cy="420624"/>
            <a:chOff x="0" y="0"/>
            <a:chExt cx="10241280" cy="560832"/>
          </a:xfrm>
        </p:grpSpPr>
        <p:sp>
          <p:nvSpPr>
            <p:cNvPr name="Freeform 198" id="198"/>
            <p:cNvSpPr/>
            <p:nvPr/>
          </p:nvSpPr>
          <p:spPr>
            <a:xfrm flipH="false" flipV="false" rot="0">
              <a:off x="0" y="0"/>
              <a:ext cx="10241280" cy="560832"/>
            </a:xfrm>
            <a:custGeom>
              <a:avLst/>
              <a:gdLst/>
              <a:ahLst/>
              <a:cxnLst/>
              <a:rect r="r" b="b" t="t" l="l"/>
              <a:pathLst>
                <a:path h="560832" w="10241280">
                  <a:moveTo>
                    <a:pt x="0" y="0"/>
                  </a:moveTo>
                  <a:lnTo>
                    <a:pt x="10241280" y="0"/>
                  </a:lnTo>
                  <a:lnTo>
                    <a:pt x="10241280" y="560832"/>
                  </a:lnTo>
                  <a:lnTo>
                    <a:pt x="0" y="5608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05813" r="0" b="-305813"/>
              </a:stretch>
            </a:blipFill>
          </p:spPr>
        </p:sp>
        <p:sp>
          <p:nvSpPr>
            <p:cNvPr name="TextBox 199" id="199"/>
            <p:cNvSpPr txBox="true"/>
            <p:nvPr/>
          </p:nvSpPr>
          <p:spPr>
            <a:xfrm>
              <a:off x="0" y="-38100"/>
              <a:ext cx="10241280" cy="5989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onsolas"/>
                  <a:ea typeface="Consolas"/>
                  <a:cs typeface="Consolas"/>
                  <a:sym typeface="Consolas"/>
                </a:rPr>
                <a:t>/api/questions/check</a:t>
              </a:r>
            </a:p>
          </p:txBody>
        </p:sp>
      </p:grpSp>
      <p:grpSp>
        <p:nvGrpSpPr>
          <p:cNvPr name="Group 200" id="200"/>
          <p:cNvGrpSpPr/>
          <p:nvPr/>
        </p:nvGrpSpPr>
        <p:grpSpPr>
          <a:xfrm rot="0">
            <a:off x="10241280" y="9308592"/>
            <a:ext cx="6400800" cy="402336"/>
            <a:chOff x="0" y="0"/>
            <a:chExt cx="8534400" cy="536448"/>
          </a:xfrm>
        </p:grpSpPr>
        <p:sp>
          <p:nvSpPr>
            <p:cNvPr name="Freeform 201" id="201"/>
            <p:cNvSpPr/>
            <p:nvPr/>
          </p:nvSpPr>
          <p:spPr>
            <a:xfrm flipH="false" flipV="false" rot="0">
              <a:off x="0" y="0"/>
              <a:ext cx="8534400" cy="536448"/>
            </a:xfrm>
            <a:custGeom>
              <a:avLst/>
              <a:gdLst/>
              <a:ahLst/>
              <a:cxnLst/>
              <a:rect r="r" b="b" t="t" l="l"/>
              <a:pathLst>
                <a:path h="53644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9989" r="0" b="-259989"/>
              </a:stretch>
            </a:blipFill>
          </p:spPr>
        </p:sp>
        <p:sp>
          <p:nvSpPr>
            <p:cNvPr name="TextBox 202" id="202"/>
            <p:cNvSpPr txBox="true"/>
            <p:nvPr/>
          </p:nvSpPr>
          <p:spPr>
            <a:xfrm>
              <a:off x="0" y="-38100"/>
              <a:ext cx="853440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Check if answer is correct</a:t>
              </a:r>
            </a:p>
          </p:txBody>
        </p:sp>
      </p:grpSp>
      <p:grpSp>
        <p:nvGrpSpPr>
          <p:cNvPr name="Group 203" id="203"/>
          <p:cNvGrpSpPr/>
          <p:nvPr/>
        </p:nvGrpSpPr>
        <p:grpSpPr>
          <a:xfrm rot="0">
            <a:off x="16629383" y="9314183"/>
            <a:ext cx="811787" cy="354587"/>
            <a:chOff x="0" y="0"/>
            <a:chExt cx="1082383" cy="472783"/>
          </a:xfrm>
        </p:grpSpPr>
        <p:sp>
          <p:nvSpPr>
            <p:cNvPr name="Freeform 204" id="204"/>
            <p:cNvSpPr/>
            <p:nvPr/>
          </p:nvSpPr>
          <p:spPr>
            <a:xfrm flipH="false" flipV="false" rot="0">
              <a:off x="16891" y="16891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205" id="205"/>
            <p:cNvSpPr/>
            <p:nvPr/>
          </p:nvSpPr>
          <p:spPr>
            <a:xfrm flipH="false" flipV="false" rot="0">
              <a:off x="0" y="0"/>
              <a:ext cx="1082294" cy="472696"/>
            </a:xfrm>
            <a:custGeom>
              <a:avLst/>
              <a:gdLst/>
              <a:ahLst/>
              <a:cxnLst/>
              <a:rect r="r" b="b" t="t" l="l"/>
              <a:pathLst>
                <a:path h="472696" w="1082294">
                  <a:moveTo>
                    <a:pt x="16891" y="0"/>
                  </a:moveTo>
                  <a:lnTo>
                    <a:pt x="1065403" y="0"/>
                  </a:lnTo>
                  <a:cubicBezTo>
                    <a:pt x="1074801" y="0"/>
                    <a:pt x="1082294" y="7620"/>
                    <a:pt x="1082294" y="16891"/>
                  </a:cubicBezTo>
                  <a:lnTo>
                    <a:pt x="1082294" y="455803"/>
                  </a:lnTo>
                  <a:cubicBezTo>
                    <a:pt x="1082294" y="465201"/>
                    <a:pt x="1074674" y="472694"/>
                    <a:pt x="1065403" y="472694"/>
                  </a:cubicBezTo>
                  <a:lnTo>
                    <a:pt x="16891" y="472694"/>
                  </a:lnTo>
                  <a:cubicBezTo>
                    <a:pt x="7620" y="472821"/>
                    <a:pt x="0" y="465201"/>
                    <a:pt x="0" y="455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55803"/>
                  </a:lnTo>
                  <a:lnTo>
                    <a:pt x="16891" y="455803"/>
                  </a:lnTo>
                  <a:lnTo>
                    <a:pt x="16891" y="438912"/>
                  </a:lnTo>
                  <a:lnTo>
                    <a:pt x="1065403" y="438912"/>
                  </a:lnTo>
                  <a:lnTo>
                    <a:pt x="1065403" y="455803"/>
                  </a:lnTo>
                  <a:lnTo>
                    <a:pt x="1048512" y="455803"/>
                  </a:lnTo>
                  <a:lnTo>
                    <a:pt x="1048512" y="16891"/>
                  </a:lnTo>
                  <a:lnTo>
                    <a:pt x="1065403" y="16891"/>
                  </a:lnTo>
                  <a:lnTo>
                    <a:pt x="106540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206" id="206"/>
          <p:cNvGrpSpPr/>
          <p:nvPr/>
        </p:nvGrpSpPr>
        <p:grpSpPr>
          <a:xfrm rot="0">
            <a:off x="16642080" y="9326880"/>
            <a:ext cx="786384" cy="329184"/>
            <a:chOff x="0" y="0"/>
            <a:chExt cx="1048512" cy="438912"/>
          </a:xfrm>
        </p:grpSpPr>
        <p:sp>
          <p:nvSpPr>
            <p:cNvPr name="Freeform 207" id="207"/>
            <p:cNvSpPr/>
            <p:nvPr/>
          </p:nvSpPr>
          <p:spPr>
            <a:xfrm flipH="false" flipV="false" rot="0">
              <a:off x="0" y="0"/>
              <a:ext cx="1048512" cy="438912"/>
            </a:xfrm>
            <a:custGeom>
              <a:avLst/>
              <a:gdLst/>
              <a:ahLst/>
              <a:cxnLst/>
              <a:rect r="r" b="b" t="t" l="l"/>
              <a:pathLst>
                <a:path h="438912" w="1048512">
                  <a:moveTo>
                    <a:pt x="0" y="0"/>
                  </a:moveTo>
                  <a:lnTo>
                    <a:pt x="1048512" y="0"/>
                  </a:lnTo>
                  <a:lnTo>
                    <a:pt x="104851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708" t="0" r="-3708" b="0"/>
              </a:stretch>
            </a:blipFill>
          </p:spPr>
        </p:sp>
        <p:sp>
          <p:nvSpPr>
            <p:cNvPr name="TextBox 208" id="208"/>
            <p:cNvSpPr txBox="true"/>
            <p:nvPr/>
          </p:nvSpPr>
          <p:spPr>
            <a:xfrm>
              <a:off x="0" y="-28575"/>
              <a:ext cx="1048512" cy="46748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679"/>
                </a:lnSpc>
              </a:pPr>
              <a:r>
                <a:rPr lang="en-US" sz="1399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🔒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APPLICATION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Web App — React + TypeScript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273303"/>
            <a:ext cx="8072123" cy="2219963"/>
            <a:chOff x="0" y="0"/>
            <a:chExt cx="10762831" cy="29599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7289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7627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942971"/>
                  </a:lnTo>
                  <a:cubicBezTo>
                    <a:pt x="10762742" y="2952369"/>
                    <a:pt x="10755122" y="2959862"/>
                    <a:pt x="107458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0745851" y="2926080"/>
                  </a:lnTo>
                  <a:lnTo>
                    <a:pt x="10745851" y="2942971"/>
                  </a:lnTo>
                  <a:lnTo>
                    <a:pt x="10728960" y="29429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273303"/>
            <a:ext cx="153419" cy="2219963"/>
            <a:chOff x="0" y="0"/>
            <a:chExt cx="204559" cy="295995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2468880"/>
            <a:ext cx="7132320" cy="512064"/>
            <a:chOff x="0" y="0"/>
            <a:chExt cx="9509760" cy="68275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95097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3054096"/>
            <a:ext cx="7132320" cy="1188720"/>
            <a:chOff x="0" y="0"/>
            <a:chExt cx="9509760" cy="15849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509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509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Stats cards (topics, questions this week) + topic breakdown table with FRQ/MCQ/TF counts and points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405623" y="2273303"/>
            <a:ext cx="8072123" cy="2219963"/>
            <a:chOff x="0" y="0"/>
            <a:chExt cx="10762831" cy="29599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07289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7627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942971"/>
                  </a:lnTo>
                  <a:cubicBezTo>
                    <a:pt x="10762742" y="2952369"/>
                    <a:pt x="10755122" y="2959862"/>
                    <a:pt x="107458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0745851" y="2926080"/>
                  </a:lnTo>
                  <a:lnTo>
                    <a:pt x="10745851" y="2942971"/>
                  </a:lnTo>
                  <a:lnTo>
                    <a:pt x="10728960" y="29429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9405623" y="2273303"/>
            <a:ext cx="153419" cy="2219963"/>
            <a:chOff x="0" y="0"/>
            <a:chExt cx="204559" cy="295995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9875520" y="2468880"/>
            <a:ext cx="7132320" cy="512064"/>
            <a:chOff x="0" y="0"/>
            <a:chExt cx="9509760" cy="68275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95097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Topics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875520" y="3054096"/>
            <a:ext cx="7132320" cy="1188720"/>
            <a:chOff x="0" y="0"/>
            <a:chExt cx="9509760" cy="15849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509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509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Create, view, edit, and delete topics. Each topic shows name, description, question count, and timestamps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4833623"/>
            <a:ext cx="8072123" cy="2219963"/>
            <a:chOff x="0" y="0"/>
            <a:chExt cx="10762831" cy="29599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07289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7627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942971"/>
                  </a:lnTo>
                  <a:cubicBezTo>
                    <a:pt x="10762742" y="2952369"/>
                    <a:pt x="10755122" y="2959862"/>
                    <a:pt x="107458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0745851" y="2926080"/>
                  </a:lnTo>
                  <a:lnTo>
                    <a:pt x="10745851" y="2942971"/>
                  </a:lnTo>
                  <a:lnTo>
                    <a:pt x="10728960" y="29429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8823" y="4833623"/>
            <a:ext cx="153419" cy="2219963"/>
            <a:chOff x="0" y="0"/>
            <a:chExt cx="204559" cy="295995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5029200"/>
            <a:ext cx="7132320" cy="512064"/>
            <a:chOff x="0" y="0"/>
            <a:chExt cx="9509760" cy="68275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57150"/>
              <a:ext cx="95097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720" y="5614416"/>
            <a:ext cx="7132320" cy="1188720"/>
            <a:chOff x="0" y="0"/>
            <a:chExt cx="9509760" cy="15849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9509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9509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question bank — create MCQ (single/multi answer), True/False, and FRQ (number or text) with Zod validation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405623" y="4833623"/>
            <a:ext cx="8072123" cy="2219963"/>
            <a:chOff x="0" y="0"/>
            <a:chExt cx="10762831" cy="295995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07289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7627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942971"/>
                  </a:lnTo>
                  <a:cubicBezTo>
                    <a:pt x="10762742" y="2952369"/>
                    <a:pt x="10755122" y="2959862"/>
                    <a:pt x="107458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0745851" y="2926080"/>
                  </a:lnTo>
                  <a:lnTo>
                    <a:pt x="10745851" y="2942971"/>
                  </a:lnTo>
                  <a:lnTo>
                    <a:pt x="10728960" y="29429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9405623" y="4833623"/>
            <a:ext cx="153419" cy="2219963"/>
            <a:chOff x="0" y="0"/>
            <a:chExt cx="204559" cy="295995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9875520" y="5029200"/>
            <a:ext cx="7132320" cy="512064"/>
            <a:chOff x="0" y="0"/>
            <a:chExt cx="9509760" cy="682752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57150"/>
              <a:ext cx="95097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Account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9875520" y="5614416"/>
            <a:ext cx="7132320" cy="1188720"/>
            <a:chOff x="0" y="0"/>
            <a:chExt cx="9509760" cy="158496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9509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9509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and update display name and email. Shows email verification status and account creation date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8823" y="7393943"/>
            <a:ext cx="8072123" cy="2219963"/>
            <a:chOff x="0" y="0"/>
            <a:chExt cx="10762831" cy="2959951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07289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07627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942971"/>
                  </a:lnTo>
                  <a:cubicBezTo>
                    <a:pt x="10762742" y="2952369"/>
                    <a:pt x="10755122" y="2959862"/>
                    <a:pt x="107458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0745851" y="2926080"/>
                  </a:lnTo>
                  <a:lnTo>
                    <a:pt x="10745851" y="2942971"/>
                  </a:lnTo>
                  <a:lnTo>
                    <a:pt x="10728960" y="29429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8823" y="7393943"/>
            <a:ext cx="153419" cy="2219963"/>
            <a:chOff x="0" y="0"/>
            <a:chExt cx="204559" cy="29599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88720" y="7589520"/>
            <a:ext cx="7132320" cy="512064"/>
            <a:chOff x="0" y="0"/>
            <a:chExt cx="9509760" cy="682752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57150"/>
              <a:ext cx="95097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Password Reset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88720" y="8174736"/>
            <a:ext cx="7132320" cy="1188720"/>
            <a:chOff x="0" y="0"/>
            <a:chExt cx="9509760" cy="158496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9509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9509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Email-based reset flow: enter email → receive 6-digit code via AWS SES → enter code + new password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9405623" y="7393943"/>
            <a:ext cx="8072123" cy="2219963"/>
            <a:chOff x="0" y="0"/>
            <a:chExt cx="10762831" cy="2959951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0728960" cy="2926080"/>
            </a:xfrm>
            <a:custGeom>
              <a:avLst/>
              <a:gdLst/>
              <a:ahLst/>
              <a:cxnLst/>
              <a:rect r="r" b="b" t="t" l="l"/>
              <a:pathLst>
                <a:path h="2926080" w="10728960">
                  <a:moveTo>
                    <a:pt x="0" y="0"/>
                  </a:moveTo>
                  <a:lnTo>
                    <a:pt x="10728960" y="0"/>
                  </a:lnTo>
                  <a:lnTo>
                    <a:pt x="10728960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0762742" cy="2959862"/>
            </a:xfrm>
            <a:custGeom>
              <a:avLst/>
              <a:gdLst/>
              <a:ahLst/>
              <a:cxnLst/>
              <a:rect r="r" b="b" t="t" l="l"/>
              <a:pathLst>
                <a:path h="2959862" w="10762742">
                  <a:moveTo>
                    <a:pt x="16891" y="0"/>
                  </a:moveTo>
                  <a:lnTo>
                    <a:pt x="10745851" y="0"/>
                  </a:lnTo>
                  <a:cubicBezTo>
                    <a:pt x="10755249" y="0"/>
                    <a:pt x="10762742" y="7620"/>
                    <a:pt x="10762742" y="16891"/>
                  </a:cubicBezTo>
                  <a:lnTo>
                    <a:pt x="10762742" y="2942971"/>
                  </a:lnTo>
                  <a:cubicBezTo>
                    <a:pt x="10762742" y="2952369"/>
                    <a:pt x="10755122" y="2959862"/>
                    <a:pt x="10745851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0745851" y="2926080"/>
                  </a:lnTo>
                  <a:lnTo>
                    <a:pt x="10745851" y="2942971"/>
                  </a:lnTo>
                  <a:lnTo>
                    <a:pt x="10728960" y="2942971"/>
                  </a:lnTo>
                  <a:lnTo>
                    <a:pt x="10728960" y="16891"/>
                  </a:lnTo>
                  <a:lnTo>
                    <a:pt x="10745851" y="16891"/>
                  </a:lnTo>
                  <a:lnTo>
                    <a:pt x="10745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9405623" y="7393943"/>
            <a:ext cx="153419" cy="2219963"/>
            <a:chOff x="0" y="0"/>
            <a:chExt cx="204559" cy="2959951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70688" cy="2926080"/>
            </a:xfrm>
            <a:custGeom>
              <a:avLst/>
              <a:gdLst/>
              <a:ahLst/>
              <a:cxnLst/>
              <a:rect r="r" b="b" t="t" l="l"/>
              <a:pathLst>
                <a:path h="2926080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2926080"/>
                  </a:lnTo>
                  <a:lnTo>
                    <a:pt x="0" y="292608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4470" cy="2959862"/>
            </a:xfrm>
            <a:custGeom>
              <a:avLst/>
              <a:gdLst/>
              <a:ahLst/>
              <a:cxnLst/>
              <a:rect r="r" b="b" t="t" l="l"/>
              <a:pathLst>
                <a:path h="2959862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2942971"/>
                  </a:lnTo>
                  <a:cubicBezTo>
                    <a:pt x="204470" y="2952369"/>
                    <a:pt x="196850" y="2959862"/>
                    <a:pt x="187579" y="2959862"/>
                  </a:cubicBezTo>
                  <a:lnTo>
                    <a:pt x="16891" y="2959862"/>
                  </a:lnTo>
                  <a:cubicBezTo>
                    <a:pt x="7493" y="2959862"/>
                    <a:pt x="0" y="2952242"/>
                    <a:pt x="0" y="29429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16891" y="2926080"/>
                  </a:lnTo>
                  <a:lnTo>
                    <a:pt x="187579" y="2926080"/>
                  </a:lnTo>
                  <a:lnTo>
                    <a:pt x="187579" y="2942971"/>
                  </a:lnTo>
                  <a:lnTo>
                    <a:pt x="170688" y="2942971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9875520" y="7589520"/>
            <a:ext cx="7132320" cy="512064"/>
            <a:chOff x="0" y="0"/>
            <a:chExt cx="9509760" cy="682752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57150"/>
              <a:ext cx="95097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Docs Page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9875520" y="8174736"/>
            <a:ext cx="7132320" cy="1188720"/>
            <a:chOff x="0" y="0"/>
            <a:chExt cx="9509760" cy="158496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9509760" cy="1584960"/>
            </a:xfrm>
            <a:custGeom>
              <a:avLst/>
              <a:gdLst/>
              <a:ahLst/>
              <a:cxnLst/>
              <a:rect r="r" b="b" t="t" l="l"/>
              <a:pathLst>
                <a:path h="15849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1584960"/>
                  </a:lnTo>
                  <a:lnTo>
                    <a:pt x="0" y="15849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910" r="0" b="-66910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9509760" cy="16230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In-app API documentation viewer — displays backend route documentation for the development team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APPLICATION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Mobile App — Flutter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273303"/>
            <a:ext cx="10083803" cy="1159259"/>
            <a:chOff x="0" y="0"/>
            <a:chExt cx="13445071" cy="1545679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34111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4449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528699"/>
                  </a:lnTo>
                  <a:cubicBezTo>
                    <a:pt x="13444982" y="1538097"/>
                    <a:pt x="13437363" y="1545590"/>
                    <a:pt x="134280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3428090" y="1511808"/>
                  </a:lnTo>
                  <a:lnTo>
                    <a:pt x="13428090" y="1528699"/>
                  </a:lnTo>
                  <a:lnTo>
                    <a:pt x="13411200" y="1528699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273303"/>
            <a:ext cx="153419" cy="1159259"/>
            <a:chOff x="0" y="0"/>
            <a:chExt cx="204559" cy="1545679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8720" y="2432304"/>
            <a:ext cx="8961120" cy="402336"/>
            <a:chOff x="0" y="0"/>
            <a:chExt cx="11948160" cy="536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1948160" cy="536448"/>
            </a:xfrm>
            <a:custGeom>
              <a:avLst/>
              <a:gdLst/>
              <a:ahLst/>
              <a:cxnLst/>
              <a:rect r="r" b="b" t="t" l="l"/>
              <a:pathLst>
                <a:path h="53644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19481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Login &amp; Register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88720" y="2871216"/>
            <a:ext cx="8961120" cy="457200"/>
            <a:chOff x="0" y="0"/>
            <a:chExt cx="11948160" cy="609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auth flow — email/password with error handling and loading states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18823" y="3571751"/>
            <a:ext cx="10083803" cy="1159259"/>
            <a:chOff x="0" y="0"/>
            <a:chExt cx="13445071" cy="1545679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6891" y="16891"/>
              <a:ext cx="134111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4449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528699"/>
                  </a:lnTo>
                  <a:cubicBezTo>
                    <a:pt x="13444982" y="1538097"/>
                    <a:pt x="13437363" y="1545590"/>
                    <a:pt x="134280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3428090" y="1511808"/>
                  </a:lnTo>
                  <a:lnTo>
                    <a:pt x="13428090" y="1528699"/>
                  </a:lnTo>
                  <a:lnTo>
                    <a:pt x="13411200" y="1528699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718823" y="3571751"/>
            <a:ext cx="153419" cy="1159259"/>
            <a:chOff x="0" y="0"/>
            <a:chExt cx="204559" cy="15456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1188720" y="3730752"/>
            <a:ext cx="8961120" cy="402336"/>
            <a:chOff x="0" y="0"/>
            <a:chExt cx="11948160" cy="53644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948160" cy="536448"/>
            </a:xfrm>
            <a:custGeom>
              <a:avLst/>
              <a:gdLst/>
              <a:ahLst/>
              <a:cxnLst/>
              <a:rect r="r" b="b" t="t" l="l"/>
              <a:pathLst>
                <a:path h="53644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119481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Dashboard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188720" y="4169664"/>
            <a:ext cx="8961120" cy="457200"/>
            <a:chOff x="0" y="0"/>
            <a:chExt cx="11948160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Stat cards (total topics, questions last week) + topic breakdown table with FRQ/MCQ/TF/Points columns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718823" y="4870199"/>
            <a:ext cx="10083803" cy="1159259"/>
            <a:chOff x="0" y="0"/>
            <a:chExt cx="13445071" cy="154567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134111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34449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528699"/>
                  </a:lnTo>
                  <a:cubicBezTo>
                    <a:pt x="13444982" y="1538097"/>
                    <a:pt x="13437363" y="1545590"/>
                    <a:pt x="134280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3428090" y="1511808"/>
                  </a:lnTo>
                  <a:lnTo>
                    <a:pt x="13428090" y="1528699"/>
                  </a:lnTo>
                  <a:lnTo>
                    <a:pt x="13411200" y="1528699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718823" y="4870199"/>
            <a:ext cx="153419" cy="1159259"/>
            <a:chOff x="0" y="0"/>
            <a:chExt cx="204559" cy="15456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1188720" y="5029200"/>
            <a:ext cx="8961120" cy="402336"/>
            <a:chOff x="0" y="0"/>
            <a:chExt cx="11948160" cy="536448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948160" cy="536448"/>
            </a:xfrm>
            <a:custGeom>
              <a:avLst/>
              <a:gdLst/>
              <a:ahLst/>
              <a:cxnLst/>
              <a:rect r="r" b="b" t="t" l="l"/>
              <a:pathLst>
                <a:path h="53644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47625"/>
              <a:ext cx="119481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Topics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188720" y="5468112"/>
            <a:ext cx="8961120" cy="457200"/>
            <a:chOff x="0" y="0"/>
            <a:chExt cx="11948160" cy="6096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all topics with question counts — create, edit, and delete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718823" y="6168647"/>
            <a:ext cx="10083803" cy="1159259"/>
            <a:chOff x="0" y="0"/>
            <a:chExt cx="13445071" cy="1545679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16891" y="16891"/>
              <a:ext cx="134111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34449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528699"/>
                  </a:lnTo>
                  <a:cubicBezTo>
                    <a:pt x="13444982" y="1538097"/>
                    <a:pt x="13437363" y="1545590"/>
                    <a:pt x="134280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3428090" y="1511808"/>
                  </a:lnTo>
                  <a:lnTo>
                    <a:pt x="13428090" y="1528699"/>
                  </a:lnTo>
                  <a:lnTo>
                    <a:pt x="13411200" y="1528699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50" id="50"/>
          <p:cNvGrpSpPr/>
          <p:nvPr/>
        </p:nvGrpSpPr>
        <p:grpSpPr>
          <a:xfrm rot="0">
            <a:off x="718823" y="6168647"/>
            <a:ext cx="153419" cy="1159259"/>
            <a:chOff x="0" y="0"/>
            <a:chExt cx="204559" cy="1545679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53" id="53"/>
          <p:cNvGrpSpPr/>
          <p:nvPr/>
        </p:nvGrpSpPr>
        <p:grpSpPr>
          <a:xfrm rot="0">
            <a:off x="1188720" y="6327648"/>
            <a:ext cx="8961120" cy="402336"/>
            <a:chOff x="0" y="0"/>
            <a:chExt cx="11948160" cy="536448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11948160" cy="536448"/>
            </a:xfrm>
            <a:custGeom>
              <a:avLst/>
              <a:gdLst/>
              <a:ahLst/>
              <a:cxnLst/>
              <a:rect r="r" b="b" t="t" l="l"/>
              <a:pathLst>
                <a:path h="53644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119481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Questions</a:t>
              </a:r>
            </a:p>
          </p:txBody>
        </p:sp>
      </p:grpSp>
      <p:grpSp>
        <p:nvGrpSpPr>
          <p:cNvPr name="Group 56" id="56"/>
          <p:cNvGrpSpPr/>
          <p:nvPr/>
        </p:nvGrpSpPr>
        <p:grpSpPr>
          <a:xfrm rot="0">
            <a:off x="1188720" y="6766560"/>
            <a:ext cx="8961120" cy="457200"/>
            <a:chOff x="0" y="0"/>
            <a:chExt cx="11948160" cy="6096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 question bank — browse, filter, and interact with all question types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718823" y="7467095"/>
            <a:ext cx="10083803" cy="1159259"/>
            <a:chOff x="0" y="0"/>
            <a:chExt cx="13445071" cy="1545679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16891" y="16891"/>
              <a:ext cx="134111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134449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528699"/>
                  </a:lnTo>
                  <a:cubicBezTo>
                    <a:pt x="13444982" y="1538097"/>
                    <a:pt x="13437363" y="1545590"/>
                    <a:pt x="134280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3428090" y="1511808"/>
                  </a:lnTo>
                  <a:lnTo>
                    <a:pt x="13428090" y="1528699"/>
                  </a:lnTo>
                  <a:lnTo>
                    <a:pt x="13411200" y="1528699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62" id="62"/>
          <p:cNvGrpSpPr/>
          <p:nvPr/>
        </p:nvGrpSpPr>
        <p:grpSpPr>
          <a:xfrm rot="0">
            <a:off x="718823" y="7467095"/>
            <a:ext cx="153419" cy="1159259"/>
            <a:chOff x="0" y="0"/>
            <a:chExt cx="204559" cy="1545679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65" id="65"/>
          <p:cNvGrpSpPr/>
          <p:nvPr/>
        </p:nvGrpSpPr>
        <p:grpSpPr>
          <a:xfrm rot="0">
            <a:off x="1188720" y="7626096"/>
            <a:ext cx="8961120" cy="402336"/>
            <a:chOff x="0" y="0"/>
            <a:chExt cx="11948160" cy="536448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11948160" cy="536448"/>
            </a:xfrm>
            <a:custGeom>
              <a:avLst/>
              <a:gdLst/>
              <a:ahLst/>
              <a:cxnLst/>
              <a:rect r="r" b="b" t="t" l="l"/>
              <a:pathLst>
                <a:path h="53644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47625"/>
              <a:ext cx="119481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Account</a:t>
              </a:r>
            </a:p>
          </p:txBody>
        </p:sp>
      </p:grpSp>
      <p:grpSp>
        <p:nvGrpSpPr>
          <p:cNvPr name="Group 68" id="68"/>
          <p:cNvGrpSpPr/>
          <p:nvPr/>
        </p:nvGrpSpPr>
        <p:grpSpPr>
          <a:xfrm rot="0">
            <a:off x="1188720" y="8065008"/>
            <a:ext cx="8961120" cy="457200"/>
            <a:chOff x="0" y="0"/>
            <a:chExt cx="11948160" cy="609600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70" id="70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View stored profile info (name, email, JWT token)</a:t>
              </a:r>
            </a:p>
          </p:txBody>
        </p:sp>
      </p:grpSp>
      <p:grpSp>
        <p:nvGrpSpPr>
          <p:cNvPr name="Group 71" id="71"/>
          <p:cNvGrpSpPr/>
          <p:nvPr/>
        </p:nvGrpSpPr>
        <p:grpSpPr>
          <a:xfrm rot="0">
            <a:off x="718823" y="8765543"/>
            <a:ext cx="10083803" cy="1159259"/>
            <a:chOff x="0" y="0"/>
            <a:chExt cx="13445071" cy="1545679"/>
          </a:xfrm>
        </p:grpSpPr>
        <p:sp>
          <p:nvSpPr>
            <p:cNvPr name="Freeform 72" id="72"/>
            <p:cNvSpPr/>
            <p:nvPr/>
          </p:nvSpPr>
          <p:spPr>
            <a:xfrm flipH="false" flipV="false" rot="0">
              <a:off x="16891" y="16891"/>
              <a:ext cx="13411199" cy="1511808"/>
            </a:xfrm>
            <a:custGeom>
              <a:avLst/>
              <a:gdLst/>
              <a:ahLst/>
              <a:cxnLst/>
              <a:rect r="r" b="b" t="t" l="l"/>
              <a:pathLst>
                <a:path h="1511808" w="13411199">
                  <a:moveTo>
                    <a:pt x="0" y="0"/>
                  </a:moveTo>
                  <a:lnTo>
                    <a:pt x="13411199" y="0"/>
                  </a:lnTo>
                  <a:lnTo>
                    <a:pt x="13411199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3444982" cy="1545590"/>
            </a:xfrm>
            <a:custGeom>
              <a:avLst/>
              <a:gdLst/>
              <a:ahLst/>
              <a:cxnLst/>
              <a:rect r="r" b="b" t="t" l="l"/>
              <a:pathLst>
                <a:path h="1545590" w="13444982">
                  <a:moveTo>
                    <a:pt x="16891" y="0"/>
                  </a:moveTo>
                  <a:lnTo>
                    <a:pt x="13428090" y="0"/>
                  </a:lnTo>
                  <a:cubicBezTo>
                    <a:pt x="13437490" y="0"/>
                    <a:pt x="13444982" y="7620"/>
                    <a:pt x="13444982" y="16891"/>
                  </a:cubicBezTo>
                  <a:lnTo>
                    <a:pt x="13444982" y="1528699"/>
                  </a:lnTo>
                  <a:cubicBezTo>
                    <a:pt x="13444982" y="1538097"/>
                    <a:pt x="13437363" y="1545590"/>
                    <a:pt x="13428090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3428090" y="1511808"/>
                  </a:lnTo>
                  <a:lnTo>
                    <a:pt x="13428090" y="1528699"/>
                  </a:lnTo>
                  <a:lnTo>
                    <a:pt x="13411200" y="1528699"/>
                  </a:lnTo>
                  <a:lnTo>
                    <a:pt x="13411200" y="16891"/>
                  </a:lnTo>
                  <a:lnTo>
                    <a:pt x="13428090" y="16891"/>
                  </a:lnTo>
                  <a:lnTo>
                    <a:pt x="134280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74" id="74"/>
          <p:cNvGrpSpPr/>
          <p:nvPr/>
        </p:nvGrpSpPr>
        <p:grpSpPr>
          <a:xfrm rot="0">
            <a:off x="718823" y="8765543"/>
            <a:ext cx="153419" cy="1159259"/>
            <a:chOff x="0" y="0"/>
            <a:chExt cx="204559" cy="1545679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16891" y="16891"/>
              <a:ext cx="170688" cy="1511808"/>
            </a:xfrm>
            <a:custGeom>
              <a:avLst/>
              <a:gdLst/>
              <a:ahLst/>
              <a:cxnLst/>
              <a:rect r="r" b="b" t="t" l="l"/>
              <a:pathLst>
                <a:path h="1511808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1511808"/>
                  </a:lnTo>
                  <a:lnTo>
                    <a:pt x="0" y="1511808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04470" cy="1545590"/>
            </a:xfrm>
            <a:custGeom>
              <a:avLst/>
              <a:gdLst/>
              <a:ahLst/>
              <a:cxnLst/>
              <a:rect r="r" b="b" t="t" l="l"/>
              <a:pathLst>
                <a:path h="1545590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7620"/>
                    <a:pt x="204470" y="16891"/>
                  </a:cubicBezTo>
                  <a:lnTo>
                    <a:pt x="204470" y="1528699"/>
                  </a:lnTo>
                  <a:cubicBezTo>
                    <a:pt x="204470" y="1538097"/>
                    <a:pt x="196850" y="1545590"/>
                    <a:pt x="187579" y="1545590"/>
                  </a:cubicBezTo>
                  <a:lnTo>
                    <a:pt x="16891" y="1545590"/>
                  </a:lnTo>
                  <a:cubicBezTo>
                    <a:pt x="7493" y="1545590"/>
                    <a:pt x="0" y="1537970"/>
                    <a:pt x="0" y="152869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528699"/>
                  </a:lnTo>
                  <a:lnTo>
                    <a:pt x="16891" y="1528699"/>
                  </a:lnTo>
                  <a:lnTo>
                    <a:pt x="16891" y="1511808"/>
                  </a:lnTo>
                  <a:lnTo>
                    <a:pt x="187579" y="1511808"/>
                  </a:lnTo>
                  <a:lnTo>
                    <a:pt x="187579" y="1528699"/>
                  </a:lnTo>
                  <a:lnTo>
                    <a:pt x="170688" y="1528699"/>
                  </a:lnTo>
                  <a:lnTo>
                    <a:pt x="170688" y="16891"/>
                  </a:lnTo>
                  <a:lnTo>
                    <a:pt x="187579" y="16891"/>
                  </a:lnTo>
                  <a:lnTo>
                    <a:pt x="1875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188720" y="8924544"/>
            <a:ext cx="8961120" cy="402336"/>
            <a:chOff x="0" y="0"/>
            <a:chExt cx="11948160" cy="536448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0" y="0"/>
              <a:ext cx="11948160" cy="536448"/>
            </a:xfrm>
            <a:custGeom>
              <a:avLst/>
              <a:gdLst/>
              <a:ahLst/>
              <a:cxnLst/>
              <a:rect r="r" b="b" t="t" l="l"/>
              <a:pathLst>
                <a:path h="536448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83984" r="0" b="-383984"/>
              </a:stretch>
            </a:blipFill>
          </p:spPr>
        </p:sp>
        <p:sp>
          <p:nvSpPr>
            <p:cNvPr name="TextBox 79" id="79"/>
            <p:cNvSpPr txBox="true"/>
            <p:nvPr/>
          </p:nvSpPr>
          <p:spPr>
            <a:xfrm>
              <a:off x="0" y="-47625"/>
              <a:ext cx="11948160" cy="5840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App Drawer</a:t>
              </a:r>
            </a:p>
          </p:txBody>
        </p:sp>
      </p:grpSp>
      <p:grpSp>
        <p:nvGrpSpPr>
          <p:cNvPr name="Group 80" id="80"/>
          <p:cNvGrpSpPr/>
          <p:nvPr/>
        </p:nvGrpSpPr>
        <p:grpSpPr>
          <a:xfrm rot="0">
            <a:off x="1188720" y="9363456"/>
            <a:ext cx="8961120" cy="457200"/>
            <a:chOff x="0" y="0"/>
            <a:chExt cx="11948160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11948160" cy="609600"/>
            </a:xfrm>
            <a:custGeom>
              <a:avLst/>
              <a:gdLst/>
              <a:ahLst/>
              <a:cxnLst/>
              <a:rect r="r" b="b" t="t" l="l"/>
              <a:pathLst>
                <a:path h="609600" w="11948160">
                  <a:moveTo>
                    <a:pt x="0" y="0"/>
                  </a:moveTo>
                  <a:lnTo>
                    <a:pt x="11948160" y="0"/>
                  </a:lnTo>
                  <a:lnTo>
                    <a:pt x="1194816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1906" r="0" b="-331906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1194816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Slide-out navigation to all screens + logout — consistent across every page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1142983" y="2273303"/>
            <a:ext cx="6426203" cy="7834379"/>
            <a:chOff x="0" y="0"/>
            <a:chExt cx="8568271" cy="10445839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16891" y="16891"/>
              <a:ext cx="8534400" cy="10411968"/>
            </a:xfrm>
            <a:custGeom>
              <a:avLst/>
              <a:gdLst/>
              <a:ahLst/>
              <a:cxnLst/>
              <a:rect r="r" b="b" t="t" l="l"/>
              <a:pathLst>
                <a:path h="10411968" w="8534400">
                  <a:moveTo>
                    <a:pt x="0" y="0"/>
                  </a:moveTo>
                  <a:lnTo>
                    <a:pt x="8534400" y="0"/>
                  </a:lnTo>
                  <a:lnTo>
                    <a:pt x="8534400" y="10411968"/>
                  </a:lnTo>
                  <a:lnTo>
                    <a:pt x="0" y="1041196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0" y="0"/>
              <a:ext cx="8568182" cy="10445750"/>
            </a:xfrm>
            <a:custGeom>
              <a:avLst/>
              <a:gdLst/>
              <a:ahLst/>
              <a:cxnLst/>
              <a:rect r="r" b="b" t="t" l="l"/>
              <a:pathLst>
                <a:path h="10445750" w="8568182">
                  <a:moveTo>
                    <a:pt x="16891" y="0"/>
                  </a:moveTo>
                  <a:lnTo>
                    <a:pt x="8551291" y="0"/>
                  </a:lnTo>
                  <a:cubicBezTo>
                    <a:pt x="8560689" y="0"/>
                    <a:pt x="8568182" y="7620"/>
                    <a:pt x="8568182" y="16891"/>
                  </a:cubicBezTo>
                  <a:lnTo>
                    <a:pt x="8568182" y="10428859"/>
                  </a:lnTo>
                  <a:cubicBezTo>
                    <a:pt x="8568182" y="10438257"/>
                    <a:pt x="8560562" y="10445750"/>
                    <a:pt x="8551291" y="10445750"/>
                  </a:cubicBezTo>
                  <a:lnTo>
                    <a:pt x="16891" y="10445750"/>
                  </a:lnTo>
                  <a:cubicBezTo>
                    <a:pt x="7493" y="10445750"/>
                    <a:pt x="0" y="10438130"/>
                    <a:pt x="0" y="104288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28859"/>
                  </a:lnTo>
                  <a:lnTo>
                    <a:pt x="16891" y="10428859"/>
                  </a:lnTo>
                  <a:lnTo>
                    <a:pt x="16891" y="10411968"/>
                  </a:lnTo>
                  <a:lnTo>
                    <a:pt x="8551291" y="10411968"/>
                  </a:lnTo>
                  <a:lnTo>
                    <a:pt x="8551291" y="10428859"/>
                  </a:lnTo>
                  <a:lnTo>
                    <a:pt x="8534400" y="10428859"/>
                  </a:lnTo>
                  <a:lnTo>
                    <a:pt x="8534400" y="16891"/>
                  </a:lnTo>
                  <a:lnTo>
                    <a:pt x="8551291" y="16891"/>
                  </a:lnTo>
                  <a:lnTo>
                    <a:pt x="85512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86" id="86"/>
          <p:cNvGrpSpPr/>
          <p:nvPr/>
        </p:nvGrpSpPr>
        <p:grpSpPr>
          <a:xfrm rot="0">
            <a:off x="11521440" y="2560320"/>
            <a:ext cx="5669280" cy="548640"/>
            <a:chOff x="0" y="0"/>
            <a:chExt cx="7559040" cy="73152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7559040" cy="731520"/>
            </a:xfrm>
            <a:custGeom>
              <a:avLst/>
              <a:gdLst/>
              <a:ahLst/>
              <a:cxnLst/>
              <a:rect r="r" b="b" t="t" l="l"/>
              <a:pathLst>
                <a:path h="73152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1345" r="0" b="-151345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755904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Technical Details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1430000" y="3383280"/>
            <a:ext cx="5852160" cy="694944"/>
            <a:chOff x="0" y="0"/>
            <a:chExt cx="7802880" cy="926592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91" id="91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SharedPreferences for JWT token storage</a:t>
              </a:r>
            </a:p>
          </p:txBody>
        </p:sp>
      </p:grpSp>
      <p:grpSp>
        <p:nvGrpSpPr>
          <p:cNvPr name="Group 92" id="92"/>
          <p:cNvGrpSpPr/>
          <p:nvPr/>
        </p:nvGrpSpPr>
        <p:grpSpPr>
          <a:xfrm rot="0">
            <a:off x="11430000" y="4187952"/>
            <a:ext cx="5852160" cy="694944"/>
            <a:chOff x="0" y="0"/>
            <a:chExt cx="7802880" cy="926592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http package for API calls</a:t>
              </a:r>
            </a:p>
          </p:txBody>
        </p:sp>
      </p:grpSp>
      <p:grpSp>
        <p:nvGrpSpPr>
          <p:cNvPr name="Group 95" id="95"/>
          <p:cNvGrpSpPr/>
          <p:nvPr/>
        </p:nvGrpSpPr>
        <p:grpSpPr>
          <a:xfrm rot="0">
            <a:off x="11430000" y="4992624"/>
            <a:ext cx="5852160" cy="694944"/>
            <a:chOff x="0" y="0"/>
            <a:chExt cx="7802880" cy="926592"/>
          </a:xfrm>
        </p:grpSpPr>
        <p:sp>
          <p:nvSpPr>
            <p:cNvPr name="Freeform 96" id="96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97" id="97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Bearer token on all protected routes</a:t>
              </a:r>
            </a:p>
          </p:txBody>
        </p:sp>
      </p:grpSp>
      <p:grpSp>
        <p:nvGrpSpPr>
          <p:cNvPr name="Group 98" id="98"/>
          <p:cNvGrpSpPr/>
          <p:nvPr/>
        </p:nvGrpSpPr>
        <p:grpSpPr>
          <a:xfrm rot="0">
            <a:off x="11430000" y="5797296"/>
            <a:ext cx="5852160" cy="694944"/>
            <a:chOff x="0" y="0"/>
            <a:chExt cx="7802880" cy="926592"/>
          </a:xfrm>
        </p:grpSpPr>
        <p:sp>
          <p:nvSpPr>
            <p:cNvPr name="Freeform 99" id="99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00" id="100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URL: 10.0.2.2:3000 (emulator)</a:t>
              </a:r>
            </a:p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or localhost:3000 (Chrome)</a:t>
              </a:r>
            </a:p>
          </p:txBody>
        </p:sp>
      </p:grpSp>
      <p:grpSp>
        <p:nvGrpSpPr>
          <p:cNvPr name="Group 101" id="101"/>
          <p:cNvGrpSpPr/>
          <p:nvPr/>
        </p:nvGrpSpPr>
        <p:grpSpPr>
          <a:xfrm rot="0">
            <a:off x="11430000" y="6601968"/>
            <a:ext cx="5852160" cy="694944"/>
            <a:chOff x="0" y="0"/>
            <a:chExt cx="7802880" cy="926592"/>
          </a:xfrm>
        </p:grpSpPr>
        <p:sp>
          <p:nvSpPr>
            <p:cNvPr name="Freeform 102" id="102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03" id="103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AppTheme — dark zinc/purple palette</a:t>
              </a:r>
            </a:p>
          </p:txBody>
        </p:sp>
      </p:grpSp>
      <p:grpSp>
        <p:nvGrpSpPr>
          <p:cNvPr name="Group 104" id="104"/>
          <p:cNvGrpSpPr/>
          <p:nvPr/>
        </p:nvGrpSpPr>
        <p:grpSpPr>
          <a:xfrm rot="0">
            <a:off x="11430000" y="7406640"/>
            <a:ext cx="5852160" cy="694944"/>
            <a:chOff x="0" y="0"/>
            <a:chExt cx="7802880" cy="926592"/>
          </a:xfrm>
        </p:grpSpPr>
        <p:sp>
          <p:nvSpPr>
            <p:cNvPr name="Freeform 105" id="105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06" id="106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AppDrawer widget on every screen</a:t>
              </a:r>
            </a:p>
          </p:txBody>
        </p:sp>
      </p:grpSp>
      <p:grpSp>
        <p:nvGrpSpPr>
          <p:cNvPr name="Group 107" id="107"/>
          <p:cNvGrpSpPr/>
          <p:nvPr/>
        </p:nvGrpSpPr>
        <p:grpSpPr>
          <a:xfrm rot="0">
            <a:off x="11430000" y="8211312"/>
            <a:ext cx="5852160" cy="694944"/>
            <a:chOff x="0" y="0"/>
            <a:chExt cx="7802880" cy="926592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Pull-to-refresh on dashboard</a:t>
              </a:r>
            </a:p>
          </p:txBody>
        </p:sp>
      </p:grpSp>
      <p:grpSp>
        <p:nvGrpSpPr>
          <p:cNvPr name="Group 110" id="110"/>
          <p:cNvGrpSpPr/>
          <p:nvPr/>
        </p:nvGrpSpPr>
        <p:grpSpPr>
          <a:xfrm rot="0">
            <a:off x="11430000" y="9015984"/>
            <a:ext cx="5852160" cy="694944"/>
            <a:chOff x="0" y="0"/>
            <a:chExt cx="7802880" cy="926592"/>
          </a:xfrm>
        </p:grpSpPr>
        <p:sp>
          <p:nvSpPr>
            <p:cNvPr name="Freeform 111" id="111"/>
            <p:cNvSpPr/>
            <p:nvPr/>
          </p:nvSpPr>
          <p:spPr>
            <a:xfrm flipH="false" flipV="false" rot="0">
              <a:off x="0" y="0"/>
              <a:ext cx="7802880" cy="926592"/>
            </a:xfrm>
            <a:custGeom>
              <a:avLst/>
              <a:gdLst/>
              <a:ahLst/>
              <a:cxnLst/>
              <a:rect r="r" b="b" t="t" l="l"/>
              <a:pathLst>
                <a:path h="926592" w="7802880">
                  <a:moveTo>
                    <a:pt x="0" y="0"/>
                  </a:moveTo>
                  <a:lnTo>
                    <a:pt x="7802880" y="0"/>
                  </a:lnTo>
                  <a:lnTo>
                    <a:pt x="780288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4084" r="0" b="-114084"/>
              </a:stretch>
            </a:blipFill>
          </p:spPr>
        </p:sp>
        <p:sp>
          <p:nvSpPr>
            <p:cNvPr name="TextBox 112" id="112"/>
            <p:cNvSpPr txBox="true"/>
            <p:nvPr/>
          </p:nvSpPr>
          <p:spPr>
            <a:xfrm>
              <a:off x="0" y="-38100"/>
              <a:ext cx="7802880" cy="9646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06B6D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▸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Error + empty states handled</a:t>
              </a:r>
            </a:p>
          </p:txBody>
        </p:sp>
      </p:grpSp>
      <p:sp>
        <p:nvSpPr>
          <p:cNvPr name="TextBox 113" id="113"/>
          <p:cNvSpPr txBox="true"/>
          <p:nvPr/>
        </p:nvSpPr>
        <p:spPr>
          <a:xfrm rot="0">
            <a:off x="14535291" y="556260"/>
            <a:ext cx="3033896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79"/>
              </a:lnSpc>
              <a:spcBef>
                <a:spcPct val="0"/>
              </a:spcBef>
            </a:pPr>
            <a:r>
              <a:rPr lang="en-US" sz="1899" u="sng">
                <a:solidFill>
                  <a:srgbClr val="F4F4F5"/>
                </a:solidFill>
                <a:latin typeface="Calibri (MS)"/>
                <a:ea typeface="Calibri (MS)"/>
                <a:cs typeface="Calibri (MS)"/>
                <a:sym typeface="Calibri (MS)"/>
                <a:hlinkClick r:id="rId4" tooltip="https://youtu.be/aB4OxZaYg_0"/>
              </a:rPr>
              <a:t>https://youtu.be/aB4OxZaYg_0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QUALITY ASSURANCE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Testing &amp; CI/CD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273303"/>
            <a:ext cx="8620763" cy="7340603"/>
            <a:chOff x="0" y="0"/>
            <a:chExt cx="11494351" cy="978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1460481" cy="9753600"/>
            </a:xfrm>
            <a:custGeom>
              <a:avLst/>
              <a:gdLst/>
              <a:ahLst/>
              <a:cxnLst/>
              <a:rect r="r" b="b" t="t" l="l"/>
              <a:pathLst>
                <a:path h="9753600" w="11460481">
                  <a:moveTo>
                    <a:pt x="0" y="0"/>
                  </a:moveTo>
                  <a:lnTo>
                    <a:pt x="11460481" y="0"/>
                  </a:lnTo>
                  <a:lnTo>
                    <a:pt x="11460481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94262" cy="9787382"/>
            </a:xfrm>
            <a:custGeom>
              <a:avLst/>
              <a:gdLst/>
              <a:ahLst/>
              <a:cxnLst/>
              <a:rect r="r" b="b" t="t" l="l"/>
              <a:pathLst>
                <a:path h="9787382" w="11494262">
                  <a:moveTo>
                    <a:pt x="16891" y="0"/>
                  </a:moveTo>
                  <a:lnTo>
                    <a:pt x="11477372" y="0"/>
                  </a:lnTo>
                  <a:cubicBezTo>
                    <a:pt x="11486769" y="0"/>
                    <a:pt x="11494262" y="7620"/>
                    <a:pt x="11494262" y="16891"/>
                  </a:cubicBezTo>
                  <a:lnTo>
                    <a:pt x="11494262" y="9770491"/>
                  </a:lnTo>
                  <a:cubicBezTo>
                    <a:pt x="11494262" y="9779889"/>
                    <a:pt x="11486642" y="9787382"/>
                    <a:pt x="11477372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1477372" y="9753600"/>
                  </a:lnTo>
                  <a:lnTo>
                    <a:pt x="11477372" y="9770491"/>
                  </a:lnTo>
                  <a:lnTo>
                    <a:pt x="11460480" y="9770491"/>
                  </a:lnTo>
                  <a:lnTo>
                    <a:pt x="11460480" y="16891"/>
                  </a:lnTo>
                  <a:lnTo>
                    <a:pt x="11477372" y="16891"/>
                  </a:lnTo>
                  <a:lnTo>
                    <a:pt x="11477372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097280" y="2560320"/>
            <a:ext cx="7863840" cy="548640"/>
            <a:chOff x="0" y="0"/>
            <a:chExt cx="10485120" cy="7315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485120" cy="731520"/>
            </a:xfrm>
            <a:custGeom>
              <a:avLst/>
              <a:gdLst/>
              <a:ahLst/>
              <a:cxnLst/>
              <a:rect r="r" b="b" t="t" l="l"/>
              <a:pathLst>
                <a:path h="73152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285" r="0" b="-229285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1048512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Integration Test Cases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97280" y="3006781"/>
            <a:ext cx="7863840" cy="402336"/>
            <a:chOff x="0" y="0"/>
            <a:chExt cx="10485120" cy="53644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485120" cy="536448"/>
            </a:xfrm>
            <a:custGeom>
              <a:avLst/>
              <a:gdLst/>
              <a:ahLst/>
              <a:cxnLst/>
              <a:rect r="r" b="b" t="t" l="l"/>
              <a:pathLst>
                <a:path h="536448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0843" r="0" b="-33084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1048512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Jest + Node.js fetch — tests/tests.test.ts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93143" y="3501771"/>
            <a:ext cx="8072123" cy="462550"/>
            <a:chOff x="0" y="0"/>
            <a:chExt cx="10762831" cy="616733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27" id="27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Login — non-existent user</a:t>
                </a:r>
              </a:p>
            </p:txBody>
          </p:sp>
        </p:grpSp>
        <p:grpSp>
          <p:nvGrpSpPr>
            <p:cNvPr name="Group 30" id="30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404 user does not exist</a:t>
                </a:r>
              </a:p>
            </p:txBody>
          </p:sp>
        </p:grpSp>
      </p:grpSp>
      <p:grpSp>
        <p:nvGrpSpPr>
          <p:cNvPr name="Group 33" id="33"/>
          <p:cNvGrpSpPr/>
          <p:nvPr/>
        </p:nvGrpSpPr>
        <p:grpSpPr>
          <a:xfrm rot="0">
            <a:off x="993143" y="3998715"/>
            <a:ext cx="8072123" cy="462550"/>
            <a:chOff x="0" y="0"/>
            <a:chExt cx="10762831" cy="616733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42" id="42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Register — new user</a:t>
                </a:r>
              </a:p>
            </p:txBody>
          </p:sp>
        </p:grpSp>
        <p:grpSp>
          <p:nvGrpSpPr>
            <p:cNvPr name="Group 43" id="43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44" id="44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45" id="45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200 user registered</a:t>
                </a:r>
              </a:p>
            </p:txBody>
          </p:sp>
        </p:grpSp>
      </p:grpSp>
      <p:grpSp>
        <p:nvGrpSpPr>
          <p:cNvPr name="Group 46" id="46"/>
          <p:cNvGrpSpPr/>
          <p:nvPr/>
        </p:nvGrpSpPr>
        <p:grpSpPr>
          <a:xfrm rot="0">
            <a:off x="993143" y="4495659"/>
            <a:ext cx="8072123" cy="462550"/>
            <a:chOff x="0" y="0"/>
            <a:chExt cx="10762831" cy="616733"/>
          </a:xfrm>
        </p:grpSpPr>
        <p:grpSp>
          <p:nvGrpSpPr>
            <p:cNvPr name="Group 47" id="47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48" id="48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50" id="50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51" id="51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53" id="53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55" id="55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Register — duplicate email</a:t>
                </a:r>
              </a:p>
            </p:txBody>
          </p:sp>
        </p:grpSp>
        <p:grpSp>
          <p:nvGrpSpPr>
            <p:cNvPr name="Group 56" id="56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409/500 existing user</a:t>
                </a:r>
              </a:p>
            </p:txBody>
          </p:sp>
        </p:grpSp>
      </p:grpSp>
      <p:grpSp>
        <p:nvGrpSpPr>
          <p:cNvPr name="Group 59" id="59"/>
          <p:cNvGrpSpPr/>
          <p:nvPr/>
        </p:nvGrpSpPr>
        <p:grpSpPr>
          <a:xfrm rot="0">
            <a:off x="993143" y="4992603"/>
            <a:ext cx="8072123" cy="462550"/>
            <a:chOff x="0" y="0"/>
            <a:chExt cx="10762831" cy="616733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63" id="63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64" id="64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65" id="65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66" id="66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Register — invalid input</a:t>
                </a:r>
              </a:p>
            </p:txBody>
          </p:sp>
        </p:grpSp>
        <p:grpSp>
          <p:nvGrpSpPr>
            <p:cNvPr name="Group 69" id="69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70" id="70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71" id="71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400 validation error</a:t>
                </a:r>
              </a:p>
            </p:txBody>
          </p:sp>
        </p:grpSp>
      </p:grpSp>
      <p:grpSp>
        <p:nvGrpSpPr>
          <p:cNvPr name="Group 72" id="72"/>
          <p:cNvGrpSpPr/>
          <p:nvPr/>
        </p:nvGrpSpPr>
        <p:grpSpPr>
          <a:xfrm rot="0">
            <a:off x="993143" y="5489547"/>
            <a:ext cx="8072123" cy="462550"/>
            <a:chOff x="0" y="0"/>
            <a:chExt cx="10762831" cy="616733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76" id="76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78" id="78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79" id="79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81" id="81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Login — invalid input</a:t>
                </a:r>
              </a:p>
            </p:txBody>
          </p:sp>
        </p:grpSp>
        <p:grpSp>
          <p:nvGrpSpPr>
            <p:cNvPr name="Group 82" id="82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84" id="84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400 invalid email/password</a:t>
                </a:r>
              </a:p>
            </p:txBody>
          </p:sp>
        </p:grpSp>
      </p:grpSp>
      <p:grpSp>
        <p:nvGrpSpPr>
          <p:cNvPr name="Group 85" id="85"/>
          <p:cNvGrpSpPr/>
          <p:nvPr/>
        </p:nvGrpSpPr>
        <p:grpSpPr>
          <a:xfrm rot="0">
            <a:off x="993143" y="5986491"/>
            <a:ext cx="8072123" cy="462550"/>
            <a:chOff x="0" y="0"/>
            <a:chExt cx="10762831" cy="616733"/>
          </a:xfrm>
        </p:grpSpPr>
        <p:grpSp>
          <p:nvGrpSpPr>
            <p:cNvPr name="Group 86" id="86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87" id="87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88" id="88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89" id="89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90" id="90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91" id="91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92" id="92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93" id="93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94" id="94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Login — valid credentials</a:t>
                </a:r>
              </a:p>
            </p:txBody>
          </p:sp>
        </p:grpSp>
        <p:grpSp>
          <p:nvGrpSpPr>
            <p:cNvPr name="Group 95" id="95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96" id="96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97" id="97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200 + JWT token in cookie</a:t>
                </a:r>
              </a:p>
            </p:txBody>
          </p:sp>
        </p:grpSp>
      </p:grpSp>
      <p:grpSp>
        <p:nvGrpSpPr>
          <p:cNvPr name="Group 98" id="98"/>
          <p:cNvGrpSpPr/>
          <p:nvPr/>
        </p:nvGrpSpPr>
        <p:grpSpPr>
          <a:xfrm rot="0">
            <a:off x="993143" y="6483435"/>
            <a:ext cx="8072123" cy="462550"/>
            <a:chOff x="0" y="0"/>
            <a:chExt cx="10762831" cy="616733"/>
          </a:xfrm>
        </p:grpSpPr>
        <p:grpSp>
          <p:nvGrpSpPr>
            <p:cNvPr name="Group 99" id="99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100" id="100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101" id="101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102" id="102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103" id="103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104" id="104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105" id="105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106" id="106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107" id="107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Topics CRUD</a:t>
                </a:r>
              </a:p>
            </p:txBody>
          </p:sp>
        </p:grpSp>
        <p:grpSp>
          <p:nvGrpSpPr>
            <p:cNvPr name="Group 108" id="108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109" id="109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110" id="110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Create, read, update, delete</a:t>
                </a:r>
              </a:p>
            </p:txBody>
          </p:sp>
        </p:grpSp>
      </p:grpSp>
      <p:grpSp>
        <p:nvGrpSpPr>
          <p:cNvPr name="Group 111" id="111"/>
          <p:cNvGrpSpPr/>
          <p:nvPr/>
        </p:nvGrpSpPr>
        <p:grpSpPr>
          <a:xfrm rot="0">
            <a:off x="993143" y="6980379"/>
            <a:ext cx="8072123" cy="462550"/>
            <a:chOff x="0" y="0"/>
            <a:chExt cx="10762831" cy="616733"/>
          </a:xfrm>
        </p:grpSpPr>
        <p:grpSp>
          <p:nvGrpSpPr>
            <p:cNvPr name="Group 112" id="112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113" id="113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114" id="114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115" id="115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116" id="116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117" id="117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118" id="118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119" id="119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120" id="120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Questions CRUD</a:t>
                </a:r>
              </a:p>
            </p:txBody>
          </p:sp>
        </p:grpSp>
        <p:grpSp>
          <p:nvGrpSpPr>
            <p:cNvPr name="Group 121" id="121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122" id="122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123" id="123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MCQ, TF, FRQ all types</a:t>
                </a:r>
              </a:p>
            </p:txBody>
          </p:sp>
        </p:grpSp>
      </p:grpSp>
      <p:grpSp>
        <p:nvGrpSpPr>
          <p:cNvPr name="Group 124" id="124"/>
          <p:cNvGrpSpPr/>
          <p:nvPr/>
        </p:nvGrpSpPr>
        <p:grpSpPr>
          <a:xfrm rot="0">
            <a:off x="993143" y="7477323"/>
            <a:ext cx="8072123" cy="462550"/>
            <a:chOff x="0" y="0"/>
            <a:chExt cx="10762831" cy="616733"/>
          </a:xfrm>
        </p:grpSpPr>
        <p:grpSp>
          <p:nvGrpSpPr>
            <p:cNvPr name="Group 125" id="125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126" id="126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127" id="127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128" id="128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129" id="129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130" id="130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131" id="131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132" id="132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133" id="133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Answer check — MCQ</a:t>
                </a:r>
              </a:p>
            </p:txBody>
          </p:sp>
        </p:grpSp>
        <p:grpSp>
          <p:nvGrpSpPr>
            <p:cNvPr name="Group 134" id="134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135" id="135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136" id="136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Correct/incorrect validated</a:t>
                </a:r>
              </a:p>
            </p:txBody>
          </p:sp>
        </p:grpSp>
      </p:grpSp>
      <p:grpSp>
        <p:nvGrpSpPr>
          <p:cNvPr name="Group 137" id="137"/>
          <p:cNvGrpSpPr/>
          <p:nvPr/>
        </p:nvGrpSpPr>
        <p:grpSpPr>
          <a:xfrm rot="0">
            <a:off x="993143" y="7974266"/>
            <a:ext cx="8072123" cy="462550"/>
            <a:chOff x="0" y="0"/>
            <a:chExt cx="10762831" cy="616733"/>
          </a:xfrm>
        </p:grpSpPr>
        <p:grpSp>
          <p:nvGrpSpPr>
            <p:cNvPr name="Group 138" id="138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139" id="139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140" id="140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141" id="141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142" id="142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143" id="143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144" id="144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145" id="145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146" id="146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Answer check — FRQ numeric</a:t>
                </a:r>
              </a:p>
            </p:txBody>
          </p:sp>
        </p:grpSp>
        <p:grpSp>
          <p:nvGrpSpPr>
            <p:cNvPr name="Group 147" id="147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148" id="148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149" id="149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Tolerance range checked</a:t>
                </a:r>
              </a:p>
            </p:txBody>
          </p:sp>
        </p:grpSp>
      </p:grpSp>
      <p:grpSp>
        <p:nvGrpSpPr>
          <p:cNvPr name="Group 150" id="150"/>
          <p:cNvGrpSpPr/>
          <p:nvPr/>
        </p:nvGrpSpPr>
        <p:grpSpPr>
          <a:xfrm rot="0">
            <a:off x="9679943" y="2273303"/>
            <a:ext cx="7889243" cy="3500123"/>
            <a:chOff x="0" y="0"/>
            <a:chExt cx="10518991" cy="4666831"/>
          </a:xfrm>
        </p:grpSpPr>
        <p:sp>
          <p:nvSpPr>
            <p:cNvPr name="Freeform 151" id="151"/>
            <p:cNvSpPr/>
            <p:nvPr/>
          </p:nvSpPr>
          <p:spPr>
            <a:xfrm flipH="false" flipV="false" rot="0">
              <a:off x="16891" y="16891"/>
              <a:ext cx="10485120" cy="4632960"/>
            </a:xfrm>
            <a:custGeom>
              <a:avLst/>
              <a:gdLst/>
              <a:ahLst/>
              <a:cxnLst/>
              <a:rect r="r" b="b" t="t" l="l"/>
              <a:pathLst>
                <a:path h="463296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0518901" cy="4666742"/>
            </a:xfrm>
            <a:custGeom>
              <a:avLst/>
              <a:gdLst/>
              <a:ahLst/>
              <a:cxnLst/>
              <a:rect r="r" b="b" t="t" l="l"/>
              <a:pathLst>
                <a:path h="466674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4649851"/>
                  </a:lnTo>
                  <a:cubicBezTo>
                    <a:pt x="10518901" y="4659249"/>
                    <a:pt x="10511282" y="4666742"/>
                    <a:pt x="10502011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10502011" y="4632960"/>
                  </a:lnTo>
                  <a:lnTo>
                    <a:pt x="10502011" y="4649851"/>
                  </a:lnTo>
                  <a:lnTo>
                    <a:pt x="10485120" y="464985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53" id="153"/>
          <p:cNvGrpSpPr/>
          <p:nvPr/>
        </p:nvGrpSpPr>
        <p:grpSpPr>
          <a:xfrm rot="0">
            <a:off x="10058400" y="2560320"/>
            <a:ext cx="7132320" cy="512064"/>
            <a:chOff x="0" y="0"/>
            <a:chExt cx="9509760" cy="682752"/>
          </a:xfrm>
        </p:grpSpPr>
        <p:sp>
          <p:nvSpPr>
            <p:cNvPr name="Freeform 154" id="154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55" id="155"/>
            <p:cNvSpPr txBox="true"/>
            <p:nvPr/>
          </p:nvSpPr>
          <p:spPr>
            <a:xfrm>
              <a:off x="0" y="-57150"/>
              <a:ext cx="95097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GitHub Actions CI Pipeline</a:t>
              </a:r>
            </a:p>
          </p:txBody>
        </p:sp>
      </p:grpSp>
      <p:grpSp>
        <p:nvGrpSpPr>
          <p:cNvPr name="Group 156" id="156"/>
          <p:cNvGrpSpPr/>
          <p:nvPr/>
        </p:nvGrpSpPr>
        <p:grpSpPr>
          <a:xfrm rot="0">
            <a:off x="10058400" y="3108960"/>
            <a:ext cx="7132320" cy="402336"/>
            <a:chOff x="0" y="0"/>
            <a:chExt cx="9509760" cy="536448"/>
          </a:xfrm>
        </p:grpSpPr>
        <p:sp>
          <p:nvSpPr>
            <p:cNvPr name="Freeform 157" id="157"/>
            <p:cNvSpPr/>
            <p:nvPr/>
          </p:nvSpPr>
          <p:spPr>
            <a:xfrm flipH="false" flipV="false" rot="0">
              <a:off x="0" y="0"/>
              <a:ext cx="9509760" cy="536448"/>
            </a:xfrm>
            <a:custGeom>
              <a:avLst/>
              <a:gdLst/>
              <a:ahLst/>
              <a:cxnLst/>
              <a:rect r="r" b="b" t="t" l="l"/>
              <a:pathLst>
                <a:path h="536448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5416" r="0" b="-295416"/>
              </a:stretch>
            </a:blipFill>
          </p:spPr>
        </p:sp>
        <p:sp>
          <p:nvSpPr>
            <p:cNvPr name="TextBox 158" id="158"/>
            <p:cNvSpPr txBox="true"/>
            <p:nvPr/>
          </p:nvSpPr>
          <p:spPr>
            <a:xfrm>
              <a:off x="0" y="-38100"/>
              <a:ext cx="9509760" cy="57454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.github/workflows/APITest.yml</a:t>
              </a:r>
            </a:p>
          </p:txBody>
        </p:sp>
      </p:grpSp>
      <p:grpSp>
        <p:nvGrpSpPr>
          <p:cNvPr name="Group 159" id="159"/>
          <p:cNvGrpSpPr/>
          <p:nvPr/>
        </p:nvGrpSpPr>
        <p:grpSpPr>
          <a:xfrm rot="0">
            <a:off x="10058400" y="3657600"/>
            <a:ext cx="7132320" cy="274320"/>
            <a:chOff x="0" y="0"/>
            <a:chExt cx="9509760" cy="36576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9509760" cy="365760"/>
            </a:xfrm>
            <a:custGeom>
              <a:avLst/>
              <a:gdLst/>
              <a:ahLst/>
              <a:cxnLst/>
              <a:rect r="r" b="b" t="t" l="l"/>
              <a:pathLst>
                <a:path h="365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38100"/>
              <a:ext cx="950976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 Checkout code</a:t>
              </a:r>
            </a:p>
          </p:txBody>
        </p:sp>
      </p:grpSp>
      <p:grpSp>
        <p:nvGrpSpPr>
          <p:cNvPr name="Group 162" id="162"/>
          <p:cNvGrpSpPr/>
          <p:nvPr/>
        </p:nvGrpSpPr>
        <p:grpSpPr>
          <a:xfrm rot="0">
            <a:off x="10058400" y="3941064"/>
            <a:ext cx="7132320" cy="274320"/>
            <a:chOff x="0" y="0"/>
            <a:chExt cx="9509760" cy="365760"/>
          </a:xfrm>
        </p:grpSpPr>
        <p:sp>
          <p:nvSpPr>
            <p:cNvPr name="Freeform 163" id="163"/>
            <p:cNvSpPr/>
            <p:nvPr/>
          </p:nvSpPr>
          <p:spPr>
            <a:xfrm flipH="false" flipV="false" rot="0">
              <a:off x="0" y="0"/>
              <a:ext cx="9509760" cy="365760"/>
            </a:xfrm>
            <a:custGeom>
              <a:avLst/>
              <a:gdLst/>
              <a:ahLst/>
              <a:cxnLst/>
              <a:rect r="r" b="b" t="t" l="l"/>
              <a:pathLst>
                <a:path h="365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164" id="164"/>
            <p:cNvSpPr txBox="true"/>
            <p:nvPr/>
          </p:nvSpPr>
          <p:spPr>
            <a:xfrm>
              <a:off x="0" y="-38100"/>
              <a:ext cx="950976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 Set up .env from GitHub Secrets</a:t>
              </a:r>
            </a:p>
          </p:txBody>
        </p:sp>
      </p:grpSp>
      <p:grpSp>
        <p:nvGrpSpPr>
          <p:cNvPr name="Group 165" id="165"/>
          <p:cNvGrpSpPr/>
          <p:nvPr/>
        </p:nvGrpSpPr>
        <p:grpSpPr>
          <a:xfrm rot="0">
            <a:off x="10058400" y="4224528"/>
            <a:ext cx="7132320" cy="274320"/>
            <a:chOff x="0" y="0"/>
            <a:chExt cx="9509760" cy="365760"/>
          </a:xfrm>
        </p:grpSpPr>
        <p:sp>
          <p:nvSpPr>
            <p:cNvPr name="Freeform 166" id="166"/>
            <p:cNvSpPr/>
            <p:nvPr/>
          </p:nvSpPr>
          <p:spPr>
            <a:xfrm flipH="false" flipV="false" rot="0">
              <a:off x="0" y="0"/>
              <a:ext cx="9509760" cy="365760"/>
            </a:xfrm>
            <a:custGeom>
              <a:avLst/>
              <a:gdLst/>
              <a:ahLst/>
              <a:cxnLst/>
              <a:rect r="r" b="b" t="t" l="l"/>
              <a:pathLst>
                <a:path h="365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167" id="167"/>
            <p:cNvSpPr txBox="true"/>
            <p:nvPr/>
          </p:nvSpPr>
          <p:spPr>
            <a:xfrm>
              <a:off x="0" y="-38100"/>
              <a:ext cx="950976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 docker compose up MongoDB + backend</a:t>
              </a:r>
            </a:p>
          </p:txBody>
        </p:sp>
      </p:grpSp>
      <p:grpSp>
        <p:nvGrpSpPr>
          <p:cNvPr name="Group 168" id="168"/>
          <p:cNvGrpSpPr/>
          <p:nvPr/>
        </p:nvGrpSpPr>
        <p:grpSpPr>
          <a:xfrm rot="0">
            <a:off x="10058400" y="4507992"/>
            <a:ext cx="7132320" cy="274320"/>
            <a:chOff x="0" y="0"/>
            <a:chExt cx="9509760" cy="365760"/>
          </a:xfrm>
        </p:grpSpPr>
        <p:sp>
          <p:nvSpPr>
            <p:cNvPr name="Freeform 169" id="169"/>
            <p:cNvSpPr/>
            <p:nvPr/>
          </p:nvSpPr>
          <p:spPr>
            <a:xfrm flipH="false" flipV="false" rot="0">
              <a:off x="0" y="0"/>
              <a:ext cx="9509760" cy="365760"/>
            </a:xfrm>
            <a:custGeom>
              <a:avLst/>
              <a:gdLst/>
              <a:ahLst/>
              <a:cxnLst/>
              <a:rect r="r" b="b" t="t" l="l"/>
              <a:pathLst>
                <a:path h="365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170" id="170"/>
            <p:cNvSpPr txBox="true"/>
            <p:nvPr/>
          </p:nvSpPr>
          <p:spPr>
            <a:xfrm>
              <a:off x="0" y="-38100"/>
              <a:ext cx="950976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 npm install and build backend</a:t>
              </a:r>
            </a:p>
          </p:txBody>
        </p:sp>
      </p:grpSp>
      <p:grpSp>
        <p:nvGrpSpPr>
          <p:cNvPr name="Group 171" id="171"/>
          <p:cNvGrpSpPr/>
          <p:nvPr/>
        </p:nvGrpSpPr>
        <p:grpSpPr>
          <a:xfrm rot="0">
            <a:off x="10058400" y="4791456"/>
            <a:ext cx="7132320" cy="274320"/>
            <a:chOff x="0" y="0"/>
            <a:chExt cx="9509760" cy="365760"/>
          </a:xfrm>
        </p:grpSpPr>
        <p:sp>
          <p:nvSpPr>
            <p:cNvPr name="Freeform 172" id="172"/>
            <p:cNvSpPr/>
            <p:nvPr/>
          </p:nvSpPr>
          <p:spPr>
            <a:xfrm flipH="false" flipV="false" rot="0">
              <a:off x="0" y="0"/>
              <a:ext cx="9509760" cy="365760"/>
            </a:xfrm>
            <a:custGeom>
              <a:avLst/>
              <a:gdLst/>
              <a:ahLst/>
              <a:cxnLst/>
              <a:rect r="r" b="b" t="t" l="l"/>
              <a:pathLst>
                <a:path h="365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173" id="173"/>
            <p:cNvSpPr txBox="true"/>
            <p:nvPr/>
          </p:nvSpPr>
          <p:spPr>
            <a:xfrm>
              <a:off x="0" y="-38100"/>
              <a:ext cx="950976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 npm install and build frontend</a:t>
              </a:r>
            </a:p>
          </p:txBody>
        </p:sp>
      </p:grpSp>
      <p:grpSp>
        <p:nvGrpSpPr>
          <p:cNvPr name="Group 174" id="174"/>
          <p:cNvGrpSpPr/>
          <p:nvPr/>
        </p:nvGrpSpPr>
        <p:grpSpPr>
          <a:xfrm rot="0">
            <a:off x="10058400" y="5074920"/>
            <a:ext cx="7132320" cy="274320"/>
            <a:chOff x="0" y="0"/>
            <a:chExt cx="9509760" cy="365760"/>
          </a:xfrm>
        </p:grpSpPr>
        <p:sp>
          <p:nvSpPr>
            <p:cNvPr name="Freeform 175" id="175"/>
            <p:cNvSpPr/>
            <p:nvPr/>
          </p:nvSpPr>
          <p:spPr>
            <a:xfrm flipH="false" flipV="false" rot="0">
              <a:off x="0" y="0"/>
              <a:ext cx="9509760" cy="365760"/>
            </a:xfrm>
            <a:custGeom>
              <a:avLst/>
              <a:gdLst/>
              <a:ahLst/>
              <a:cxnLst/>
              <a:rect r="r" b="b" t="t" l="l"/>
              <a:pathLst>
                <a:path h="365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176" id="176"/>
            <p:cNvSpPr txBox="true"/>
            <p:nvPr/>
          </p:nvSpPr>
          <p:spPr>
            <a:xfrm>
              <a:off x="0" y="-38100"/>
              <a:ext cx="950976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 Run Jest tests</a:t>
              </a:r>
            </a:p>
          </p:txBody>
        </p:sp>
      </p:grpSp>
      <p:grpSp>
        <p:nvGrpSpPr>
          <p:cNvPr name="Group 177" id="177"/>
          <p:cNvGrpSpPr/>
          <p:nvPr/>
        </p:nvGrpSpPr>
        <p:grpSpPr>
          <a:xfrm rot="0">
            <a:off x="10058400" y="5358384"/>
            <a:ext cx="7132320" cy="274320"/>
            <a:chOff x="0" y="0"/>
            <a:chExt cx="9509760" cy="365760"/>
          </a:xfrm>
        </p:grpSpPr>
        <p:sp>
          <p:nvSpPr>
            <p:cNvPr name="Freeform 178" id="178"/>
            <p:cNvSpPr/>
            <p:nvPr/>
          </p:nvSpPr>
          <p:spPr>
            <a:xfrm flipH="false" flipV="false" rot="0">
              <a:off x="0" y="0"/>
              <a:ext cx="9509760" cy="365760"/>
            </a:xfrm>
            <a:custGeom>
              <a:avLst/>
              <a:gdLst/>
              <a:ahLst/>
              <a:cxnLst/>
              <a:rect r="r" b="b" t="t" l="l"/>
              <a:pathLst>
                <a:path h="365760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6611" r="0" b="-456611"/>
              </a:stretch>
            </a:blipFill>
          </p:spPr>
        </p:sp>
        <p:sp>
          <p:nvSpPr>
            <p:cNvPr name="TextBox 179" id="179"/>
            <p:cNvSpPr txBox="true"/>
            <p:nvPr/>
          </p:nvSpPr>
          <p:spPr>
            <a:xfrm>
              <a:off x="0" y="-38100"/>
              <a:ext cx="9509760" cy="40386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7.  docker compose down</a:t>
              </a:r>
            </a:p>
          </p:txBody>
        </p:sp>
      </p:grpSp>
      <p:grpSp>
        <p:nvGrpSpPr>
          <p:cNvPr name="Group 180" id="180"/>
          <p:cNvGrpSpPr/>
          <p:nvPr/>
        </p:nvGrpSpPr>
        <p:grpSpPr>
          <a:xfrm rot="0">
            <a:off x="9679943" y="6022343"/>
            <a:ext cx="7889243" cy="3683003"/>
            <a:chOff x="0" y="0"/>
            <a:chExt cx="10518991" cy="4910671"/>
          </a:xfrm>
        </p:grpSpPr>
        <p:sp>
          <p:nvSpPr>
            <p:cNvPr name="Freeform 181" id="181"/>
            <p:cNvSpPr/>
            <p:nvPr/>
          </p:nvSpPr>
          <p:spPr>
            <a:xfrm flipH="false" flipV="false" rot="0">
              <a:off x="16891" y="16891"/>
              <a:ext cx="10485120" cy="4876800"/>
            </a:xfrm>
            <a:custGeom>
              <a:avLst/>
              <a:gdLst/>
              <a:ahLst/>
              <a:cxnLst/>
              <a:rect r="r" b="b" t="t" l="l"/>
              <a:pathLst>
                <a:path h="4876800" w="10485120">
                  <a:moveTo>
                    <a:pt x="0" y="0"/>
                  </a:moveTo>
                  <a:lnTo>
                    <a:pt x="10485120" y="0"/>
                  </a:lnTo>
                  <a:lnTo>
                    <a:pt x="10485120" y="4876800"/>
                  </a:lnTo>
                  <a:lnTo>
                    <a:pt x="0" y="487680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82" id="182"/>
            <p:cNvSpPr/>
            <p:nvPr/>
          </p:nvSpPr>
          <p:spPr>
            <a:xfrm flipH="false" flipV="false" rot="0">
              <a:off x="0" y="0"/>
              <a:ext cx="10518901" cy="4910582"/>
            </a:xfrm>
            <a:custGeom>
              <a:avLst/>
              <a:gdLst/>
              <a:ahLst/>
              <a:cxnLst/>
              <a:rect r="r" b="b" t="t" l="l"/>
              <a:pathLst>
                <a:path h="4910582" w="10518901">
                  <a:moveTo>
                    <a:pt x="16891" y="0"/>
                  </a:moveTo>
                  <a:lnTo>
                    <a:pt x="10502011" y="0"/>
                  </a:lnTo>
                  <a:cubicBezTo>
                    <a:pt x="10511409" y="0"/>
                    <a:pt x="10518901" y="7620"/>
                    <a:pt x="10518901" y="16891"/>
                  </a:cubicBezTo>
                  <a:lnTo>
                    <a:pt x="10518901" y="4893691"/>
                  </a:lnTo>
                  <a:cubicBezTo>
                    <a:pt x="10518901" y="4903089"/>
                    <a:pt x="10511282" y="4910582"/>
                    <a:pt x="10502011" y="4910582"/>
                  </a:cubicBezTo>
                  <a:lnTo>
                    <a:pt x="16891" y="4910582"/>
                  </a:lnTo>
                  <a:cubicBezTo>
                    <a:pt x="7493" y="4910582"/>
                    <a:pt x="0" y="4902962"/>
                    <a:pt x="0" y="48936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16891" y="4876800"/>
                  </a:lnTo>
                  <a:lnTo>
                    <a:pt x="10502011" y="4876800"/>
                  </a:lnTo>
                  <a:lnTo>
                    <a:pt x="10502011" y="4893691"/>
                  </a:lnTo>
                  <a:lnTo>
                    <a:pt x="10485120" y="4893691"/>
                  </a:lnTo>
                  <a:lnTo>
                    <a:pt x="10485120" y="16891"/>
                  </a:lnTo>
                  <a:lnTo>
                    <a:pt x="10502011" y="16891"/>
                  </a:lnTo>
                  <a:lnTo>
                    <a:pt x="105020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83" id="183"/>
          <p:cNvGrpSpPr/>
          <p:nvPr/>
        </p:nvGrpSpPr>
        <p:grpSpPr>
          <a:xfrm rot="0">
            <a:off x="10058400" y="6309360"/>
            <a:ext cx="7132320" cy="512064"/>
            <a:chOff x="0" y="0"/>
            <a:chExt cx="9509760" cy="682752"/>
          </a:xfrm>
        </p:grpSpPr>
        <p:sp>
          <p:nvSpPr>
            <p:cNvPr name="Freeform 184" id="184"/>
            <p:cNvSpPr/>
            <p:nvPr/>
          </p:nvSpPr>
          <p:spPr>
            <a:xfrm flipH="false" flipV="false" rot="0">
              <a:off x="0" y="0"/>
              <a:ext cx="9509760" cy="682752"/>
            </a:xfrm>
            <a:custGeom>
              <a:avLst/>
              <a:gdLst/>
              <a:ahLst/>
              <a:cxnLst/>
              <a:rect r="r" b="b" t="t" l="l"/>
              <a:pathLst>
                <a:path h="682752" w="9509760">
                  <a:moveTo>
                    <a:pt x="0" y="0"/>
                  </a:moveTo>
                  <a:lnTo>
                    <a:pt x="9509760" y="0"/>
                  </a:lnTo>
                  <a:lnTo>
                    <a:pt x="950976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1398" r="0" b="-221398"/>
              </a:stretch>
            </a:blipFill>
          </p:spPr>
        </p:sp>
        <p:sp>
          <p:nvSpPr>
            <p:cNvPr name="TextBox 185" id="185"/>
            <p:cNvSpPr txBox="true"/>
            <p:nvPr/>
          </p:nvSpPr>
          <p:spPr>
            <a:xfrm>
              <a:off x="0" y="-57150"/>
              <a:ext cx="9509760" cy="73990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Test Coverage</a:t>
              </a:r>
            </a:p>
          </p:txBody>
        </p:sp>
      </p:grpSp>
      <p:grpSp>
        <p:nvGrpSpPr>
          <p:cNvPr name="Group 186" id="186"/>
          <p:cNvGrpSpPr/>
          <p:nvPr/>
        </p:nvGrpSpPr>
        <p:grpSpPr>
          <a:xfrm rot="0">
            <a:off x="9862823" y="6867049"/>
            <a:ext cx="7510777" cy="414471"/>
            <a:chOff x="0" y="0"/>
            <a:chExt cx="10014369" cy="552628"/>
          </a:xfrm>
        </p:grpSpPr>
        <p:grpSp>
          <p:nvGrpSpPr>
            <p:cNvPr name="Group 187" id="187"/>
            <p:cNvGrpSpPr/>
            <p:nvPr/>
          </p:nvGrpSpPr>
          <p:grpSpPr>
            <a:xfrm rot="0">
              <a:off x="0" y="0"/>
              <a:ext cx="8934031" cy="552628"/>
              <a:chOff x="0" y="0"/>
              <a:chExt cx="8934031" cy="552628"/>
            </a:xfrm>
          </p:grpSpPr>
          <p:sp>
            <p:nvSpPr>
              <p:cNvPr name="Freeform 188" id="188"/>
              <p:cNvSpPr/>
              <p:nvPr/>
            </p:nvSpPr>
            <p:spPr>
              <a:xfrm flipH="false" flipV="false" rot="0">
                <a:off x="16891" y="13026"/>
                <a:ext cx="8900160" cy="526509"/>
              </a:xfrm>
              <a:custGeom>
                <a:avLst/>
                <a:gdLst/>
                <a:ahLst/>
                <a:cxnLst/>
                <a:rect r="r" b="b" t="t" l="l"/>
                <a:pathLst>
                  <a:path h="526509" w="8900160">
                    <a:moveTo>
                      <a:pt x="0" y="0"/>
                    </a:moveTo>
                    <a:lnTo>
                      <a:pt x="8900160" y="0"/>
                    </a:lnTo>
                    <a:lnTo>
                      <a:pt x="8900160" y="526508"/>
                    </a:lnTo>
                    <a:lnTo>
                      <a:pt x="0" y="526508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189" id="189"/>
              <p:cNvSpPr/>
              <p:nvPr/>
            </p:nvSpPr>
            <p:spPr>
              <a:xfrm flipH="false" flipV="false" rot="0">
                <a:off x="0" y="0"/>
                <a:ext cx="8933942" cy="552561"/>
              </a:xfrm>
              <a:custGeom>
                <a:avLst/>
                <a:gdLst/>
                <a:ahLst/>
                <a:cxnLst/>
                <a:rect r="r" b="b" t="t" l="l"/>
                <a:pathLst>
                  <a:path h="552561" w="8933942">
                    <a:moveTo>
                      <a:pt x="16891" y="0"/>
                    </a:moveTo>
                    <a:lnTo>
                      <a:pt x="8917051" y="0"/>
                    </a:lnTo>
                    <a:cubicBezTo>
                      <a:pt x="8926449" y="0"/>
                      <a:pt x="8933942" y="5876"/>
                      <a:pt x="8933942" y="13026"/>
                    </a:cubicBezTo>
                    <a:lnTo>
                      <a:pt x="8933942" y="539534"/>
                    </a:lnTo>
                    <a:cubicBezTo>
                      <a:pt x="8933942" y="546782"/>
                      <a:pt x="8926322" y="552560"/>
                      <a:pt x="8917051" y="552560"/>
                    </a:cubicBezTo>
                    <a:lnTo>
                      <a:pt x="16891" y="552560"/>
                    </a:lnTo>
                    <a:cubicBezTo>
                      <a:pt x="7620" y="552667"/>
                      <a:pt x="0" y="546782"/>
                      <a:pt x="0" y="539534"/>
                    </a:cubicBezTo>
                    <a:lnTo>
                      <a:pt x="0" y="13026"/>
                    </a:lnTo>
                    <a:cubicBezTo>
                      <a:pt x="0" y="5876"/>
                      <a:pt x="7620" y="0"/>
                      <a:pt x="16891" y="0"/>
                    </a:cubicBezTo>
                    <a:moveTo>
                      <a:pt x="16891" y="26149"/>
                    </a:moveTo>
                    <a:lnTo>
                      <a:pt x="16891" y="13026"/>
                    </a:lnTo>
                    <a:lnTo>
                      <a:pt x="33909" y="13026"/>
                    </a:lnTo>
                    <a:lnTo>
                      <a:pt x="33909" y="539534"/>
                    </a:lnTo>
                    <a:lnTo>
                      <a:pt x="16891" y="539534"/>
                    </a:lnTo>
                    <a:lnTo>
                      <a:pt x="16891" y="526509"/>
                    </a:lnTo>
                    <a:lnTo>
                      <a:pt x="8917051" y="526509"/>
                    </a:lnTo>
                    <a:lnTo>
                      <a:pt x="8917051" y="539534"/>
                    </a:lnTo>
                    <a:lnTo>
                      <a:pt x="8900160" y="539534"/>
                    </a:lnTo>
                    <a:lnTo>
                      <a:pt x="8900160" y="13026"/>
                    </a:lnTo>
                    <a:lnTo>
                      <a:pt x="8917051" y="13026"/>
                    </a:lnTo>
                    <a:lnTo>
                      <a:pt x="8917051" y="26149"/>
                    </a:lnTo>
                    <a:lnTo>
                      <a:pt x="16891" y="26149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190" id="190"/>
            <p:cNvGrpSpPr/>
            <p:nvPr/>
          </p:nvGrpSpPr>
          <p:grpSpPr>
            <a:xfrm rot="0">
              <a:off x="0" y="0"/>
              <a:ext cx="204559" cy="552628"/>
              <a:chOff x="0" y="0"/>
              <a:chExt cx="204559" cy="552628"/>
            </a:xfrm>
          </p:grpSpPr>
          <p:sp>
            <p:nvSpPr>
              <p:cNvPr name="Freeform 191" id="191"/>
              <p:cNvSpPr/>
              <p:nvPr/>
            </p:nvSpPr>
            <p:spPr>
              <a:xfrm flipH="false" flipV="false" rot="0">
                <a:off x="16891" y="13026"/>
                <a:ext cx="170688" cy="526509"/>
              </a:xfrm>
              <a:custGeom>
                <a:avLst/>
                <a:gdLst/>
                <a:ahLst/>
                <a:cxnLst/>
                <a:rect r="r" b="b" t="t" l="l"/>
                <a:pathLst>
                  <a:path h="526509" w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526508"/>
                    </a:lnTo>
                    <a:lnTo>
                      <a:pt x="0" y="526508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  <p:sp>
            <p:nvSpPr>
              <p:cNvPr name="Freeform 192" id="192"/>
              <p:cNvSpPr/>
              <p:nvPr/>
            </p:nvSpPr>
            <p:spPr>
              <a:xfrm flipH="false" flipV="false" rot="0">
                <a:off x="0" y="0"/>
                <a:ext cx="204470" cy="552561"/>
              </a:xfrm>
              <a:custGeom>
                <a:avLst/>
                <a:gdLst/>
                <a:ahLst/>
                <a:cxnLst/>
                <a:rect r="r" b="b" t="t" l="l"/>
                <a:pathLst>
                  <a:path h="552561" w="204470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5876"/>
                      <a:pt x="204470" y="13026"/>
                    </a:cubicBezTo>
                    <a:lnTo>
                      <a:pt x="204470" y="539534"/>
                    </a:lnTo>
                    <a:cubicBezTo>
                      <a:pt x="204470" y="546782"/>
                      <a:pt x="196850" y="552560"/>
                      <a:pt x="187579" y="552560"/>
                    </a:cubicBezTo>
                    <a:lnTo>
                      <a:pt x="16891" y="552560"/>
                    </a:lnTo>
                    <a:cubicBezTo>
                      <a:pt x="7620" y="552667"/>
                      <a:pt x="0" y="546782"/>
                      <a:pt x="0" y="539534"/>
                    </a:cubicBezTo>
                    <a:lnTo>
                      <a:pt x="0" y="13026"/>
                    </a:lnTo>
                    <a:cubicBezTo>
                      <a:pt x="0" y="5876"/>
                      <a:pt x="7620" y="0"/>
                      <a:pt x="16891" y="0"/>
                    </a:cubicBezTo>
                    <a:moveTo>
                      <a:pt x="16891" y="26149"/>
                    </a:moveTo>
                    <a:lnTo>
                      <a:pt x="16891" y="13026"/>
                    </a:lnTo>
                    <a:lnTo>
                      <a:pt x="33909" y="13026"/>
                    </a:lnTo>
                    <a:lnTo>
                      <a:pt x="33909" y="539534"/>
                    </a:lnTo>
                    <a:lnTo>
                      <a:pt x="16891" y="539534"/>
                    </a:lnTo>
                    <a:lnTo>
                      <a:pt x="16891" y="526509"/>
                    </a:lnTo>
                    <a:lnTo>
                      <a:pt x="187579" y="526509"/>
                    </a:lnTo>
                    <a:lnTo>
                      <a:pt x="187579" y="539534"/>
                    </a:lnTo>
                    <a:lnTo>
                      <a:pt x="170688" y="539534"/>
                    </a:lnTo>
                    <a:lnTo>
                      <a:pt x="170688" y="13026"/>
                    </a:lnTo>
                    <a:lnTo>
                      <a:pt x="187579" y="13026"/>
                    </a:lnTo>
                    <a:lnTo>
                      <a:pt x="187579" y="26149"/>
                    </a:lnTo>
                    <a:lnTo>
                      <a:pt x="16891" y="26149"/>
                    </a:lnTo>
                    <a:close/>
                  </a:path>
                </a:pathLst>
              </a:custGeom>
              <a:solidFill>
                <a:srgbClr val="7C3AED"/>
              </a:solidFill>
            </p:spPr>
          </p:sp>
        </p:grpSp>
        <p:grpSp>
          <p:nvGrpSpPr>
            <p:cNvPr name="Group 193" id="193"/>
            <p:cNvGrpSpPr/>
            <p:nvPr/>
          </p:nvGrpSpPr>
          <p:grpSpPr>
            <a:xfrm rot="0">
              <a:off x="504609" y="0"/>
              <a:ext cx="6827520" cy="505892"/>
              <a:chOff x="0" y="0"/>
              <a:chExt cx="6827520" cy="505892"/>
            </a:xfrm>
          </p:grpSpPr>
          <p:sp>
            <p:nvSpPr>
              <p:cNvPr name="Freeform 194" id="194"/>
              <p:cNvSpPr/>
              <p:nvPr/>
            </p:nvSpPr>
            <p:spPr>
              <a:xfrm flipH="false" flipV="false" rot="0">
                <a:off x="0" y="0"/>
                <a:ext cx="6827520" cy="505884"/>
              </a:xfrm>
              <a:custGeom>
                <a:avLst/>
                <a:gdLst/>
                <a:ahLst/>
                <a:cxnLst/>
                <a:rect r="r" b="b" t="t" l="l"/>
                <a:pathLst>
                  <a:path h="505884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505884"/>
                    </a:lnTo>
                    <a:lnTo>
                      <a:pt x="0" y="505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29982" r="0" b="-195965"/>
                </a:stretch>
              </a:blipFill>
            </p:spPr>
          </p:sp>
          <p:sp>
            <p:nvSpPr>
              <p:cNvPr name="TextBox 195" id="195"/>
              <p:cNvSpPr txBox="true"/>
              <p:nvPr/>
            </p:nvSpPr>
            <p:spPr>
              <a:xfrm>
                <a:off x="0" y="-38100"/>
                <a:ext cx="6827520" cy="5439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User auth routes</a:t>
                </a:r>
              </a:p>
            </p:txBody>
          </p:sp>
        </p:grpSp>
        <p:grpSp>
          <p:nvGrpSpPr>
            <p:cNvPr name="Group 196" id="196"/>
            <p:cNvGrpSpPr/>
            <p:nvPr/>
          </p:nvGrpSpPr>
          <p:grpSpPr>
            <a:xfrm rot="0">
              <a:off x="8917089" y="0"/>
              <a:ext cx="1097280" cy="505892"/>
              <a:chOff x="0" y="0"/>
              <a:chExt cx="1097280" cy="505892"/>
            </a:xfrm>
          </p:grpSpPr>
          <p:sp>
            <p:nvSpPr>
              <p:cNvPr name="Freeform 197" id="197"/>
              <p:cNvSpPr/>
              <p:nvPr/>
            </p:nvSpPr>
            <p:spPr>
              <a:xfrm flipH="false" flipV="false" rot="0">
                <a:off x="0" y="0"/>
                <a:ext cx="1097280" cy="505890"/>
              </a:xfrm>
              <a:custGeom>
                <a:avLst/>
                <a:gdLst/>
                <a:ahLst/>
                <a:cxnLst/>
                <a:rect r="r" b="b" t="t" l="l"/>
                <a:pathLst>
                  <a:path h="505890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505890"/>
                    </a:lnTo>
                    <a:lnTo>
                      <a:pt x="0" y="50589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329" r="0" b="23803"/>
                </a:stretch>
              </a:blipFill>
            </p:spPr>
          </p:sp>
          <p:sp>
            <p:nvSpPr>
              <p:cNvPr name="TextBox 198" id="198"/>
              <p:cNvSpPr txBox="true"/>
              <p:nvPr/>
            </p:nvSpPr>
            <p:spPr>
              <a:xfrm>
                <a:off x="0" y="-38100"/>
                <a:ext cx="1097280" cy="5439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7C3AED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6 tests</a:t>
                </a:r>
              </a:p>
            </p:txBody>
          </p:sp>
        </p:grpSp>
      </p:grpSp>
      <p:grpSp>
        <p:nvGrpSpPr>
          <p:cNvPr name="Group 199" id="199"/>
          <p:cNvGrpSpPr/>
          <p:nvPr/>
        </p:nvGrpSpPr>
        <p:grpSpPr>
          <a:xfrm rot="0">
            <a:off x="9862823" y="7419031"/>
            <a:ext cx="7510777" cy="414471"/>
            <a:chOff x="0" y="0"/>
            <a:chExt cx="10014369" cy="552628"/>
          </a:xfrm>
        </p:grpSpPr>
        <p:grpSp>
          <p:nvGrpSpPr>
            <p:cNvPr name="Group 200" id="200"/>
            <p:cNvGrpSpPr/>
            <p:nvPr/>
          </p:nvGrpSpPr>
          <p:grpSpPr>
            <a:xfrm rot="0">
              <a:off x="0" y="0"/>
              <a:ext cx="8934031" cy="552628"/>
              <a:chOff x="0" y="0"/>
              <a:chExt cx="8934031" cy="552628"/>
            </a:xfrm>
          </p:grpSpPr>
          <p:sp>
            <p:nvSpPr>
              <p:cNvPr name="Freeform 201" id="201"/>
              <p:cNvSpPr/>
              <p:nvPr/>
            </p:nvSpPr>
            <p:spPr>
              <a:xfrm flipH="false" flipV="false" rot="0">
                <a:off x="16891" y="13026"/>
                <a:ext cx="8900160" cy="526509"/>
              </a:xfrm>
              <a:custGeom>
                <a:avLst/>
                <a:gdLst/>
                <a:ahLst/>
                <a:cxnLst/>
                <a:rect r="r" b="b" t="t" l="l"/>
                <a:pathLst>
                  <a:path h="526509" w="8900160">
                    <a:moveTo>
                      <a:pt x="0" y="0"/>
                    </a:moveTo>
                    <a:lnTo>
                      <a:pt x="8900160" y="0"/>
                    </a:lnTo>
                    <a:lnTo>
                      <a:pt x="8900160" y="526508"/>
                    </a:lnTo>
                    <a:lnTo>
                      <a:pt x="0" y="526508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202" id="202"/>
              <p:cNvSpPr/>
              <p:nvPr/>
            </p:nvSpPr>
            <p:spPr>
              <a:xfrm flipH="false" flipV="false" rot="0">
                <a:off x="0" y="0"/>
                <a:ext cx="8933942" cy="552561"/>
              </a:xfrm>
              <a:custGeom>
                <a:avLst/>
                <a:gdLst/>
                <a:ahLst/>
                <a:cxnLst/>
                <a:rect r="r" b="b" t="t" l="l"/>
                <a:pathLst>
                  <a:path h="552561" w="8933942">
                    <a:moveTo>
                      <a:pt x="16891" y="0"/>
                    </a:moveTo>
                    <a:lnTo>
                      <a:pt x="8917051" y="0"/>
                    </a:lnTo>
                    <a:cubicBezTo>
                      <a:pt x="8926449" y="0"/>
                      <a:pt x="8933942" y="5876"/>
                      <a:pt x="8933942" y="13026"/>
                    </a:cubicBezTo>
                    <a:lnTo>
                      <a:pt x="8933942" y="539534"/>
                    </a:lnTo>
                    <a:cubicBezTo>
                      <a:pt x="8933942" y="546782"/>
                      <a:pt x="8926322" y="552560"/>
                      <a:pt x="8917051" y="552560"/>
                    </a:cubicBezTo>
                    <a:lnTo>
                      <a:pt x="16891" y="552560"/>
                    </a:lnTo>
                    <a:cubicBezTo>
                      <a:pt x="7620" y="552667"/>
                      <a:pt x="0" y="546782"/>
                      <a:pt x="0" y="539534"/>
                    </a:cubicBezTo>
                    <a:lnTo>
                      <a:pt x="0" y="13026"/>
                    </a:lnTo>
                    <a:cubicBezTo>
                      <a:pt x="0" y="5876"/>
                      <a:pt x="7620" y="0"/>
                      <a:pt x="16891" y="0"/>
                    </a:cubicBezTo>
                    <a:moveTo>
                      <a:pt x="16891" y="26149"/>
                    </a:moveTo>
                    <a:lnTo>
                      <a:pt x="16891" y="13026"/>
                    </a:lnTo>
                    <a:lnTo>
                      <a:pt x="33909" y="13026"/>
                    </a:lnTo>
                    <a:lnTo>
                      <a:pt x="33909" y="539534"/>
                    </a:lnTo>
                    <a:lnTo>
                      <a:pt x="16891" y="539534"/>
                    </a:lnTo>
                    <a:lnTo>
                      <a:pt x="16891" y="526509"/>
                    </a:lnTo>
                    <a:lnTo>
                      <a:pt x="8917051" y="526509"/>
                    </a:lnTo>
                    <a:lnTo>
                      <a:pt x="8917051" y="539534"/>
                    </a:lnTo>
                    <a:lnTo>
                      <a:pt x="8900160" y="539534"/>
                    </a:lnTo>
                    <a:lnTo>
                      <a:pt x="8900160" y="13026"/>
                    </a:lnTo>
                    <a:lnTo>
                      <a:pt x="8917051" y="13026"/>
                    </a:lnTo>
                    <a:lnTo>
                      <a:pt x="8917051" y="26149"/>
                    </a:lnTo>
                    <a:lnTo>
                      <a:pt x="16891" y="26149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203" id="203"/>
            <p:cNvGrpSpPr/>
            <p:nvPr/>
          </p:nvGrpSpPr>
          <p:grpSpPr>
            <a:xfrm rot="0">
              <a:off x="0" y="0"/>
              <a:ext cx="204559" cy="552628"/>
              <a:chOff x="0" y="0"/>
              <a:chExt cx="204559" cy="552628"/>
            </a:xfrm>
          </p:grpSpPr>
          <p:sp>
            <p:nvSpPr>
              <p:cNvPr name="Freeform 204" id="204"/>
              <p:cNvSpPr/>
              <p:nvPr/>
            </p:nvSpPr>
            <p:spPr>
              <a:xfrm flipH="false" flipV="false" rot="0">
                <a:off x="16891" y="13026"/>
                <a:ext cx="170688" cy="526509"/>
              </a:xfrm>
              <a:custGeom>
                <a:avLst/>
                <a:gdLst/>
                <a:ahLst/>
                <a:cxnLst/>
                <a:rect r="r" b="b" t="t" l="l"/>
                <a:pathLst>
                  <a:path h="526509" w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526508"/>
                    </a:lnTo>
                    <a:lnTo>
                      <a:pt x="0" y="526508"/>
                    </a:ln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205" id="205"/>
              <p:cNvSpPr/>
              <p:nvPr/>
            </p:nvSpPr>
            <p:spPr>
              <a:xfrm flipH="false" flipV="false" rot="0">
                <a:off x="0" y="0"/>
                <a:ext cx="204470" cy="552561"/>
              </a:xfrm>
              <a:custGeom>
                <a:avLst/>
                <a:gdLst/>
                <a:ahLst/>
                <a:cxnLst/>
                <a:rect r="r" b="b" t="t" l="l"/>
                <a:pathLst>
                  <a:path h="552561" w="204470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5876"/>
                      <a:pt x="204470" y="13026"/>
                    </a:cubicBezTo>
                    <a:lnTo>
                      <a:pt x="204470" y="539534"/>
                    </a:lnTo>
                    <a:cubicBezTo>
                      <a:pt x="204470" y="546782"/>
                      <a:pt x="196850" y="552560"/>
                      <a:pt x="187579" y="552560"/>
                    </a:cubicBezTo>
                    <a:lnTo>
                      <a:pt x="16891" y="552560"/>
                    </a:lnTo>
                    <a:cubicBezTo>
                      <a:pt x="7620" y="552667"/>
                      <a:pt x="0" y="546782"/>
                      <a:pt x="0" y="539534"/>
                    </a:cubicBezTo>
                    <a:lnTo>
                      <a:pt x="0" y="13026"/>
                    </a:lnTo>
                    <a:cubicBezTo>
                      <a:pt x="0" y="5876"/>
                      <a:pt x="7620" y="0"/>
                      <a:pt x="16891" y="0"/>
                    </a:cubicBezTo>
                    <a:moveTo>
                      <a:pt x="16891" y="26149"/>
                    </a:moveTo>
                    <a:lnTo>
                      <a:pt x="16891" y="13026"/>
                    </a:lnTo>
                    <a:lnTo>
                      <a:pt x="33909" y="13026"/>
                    </a:lnTo>
                    <a:lnTo>
                      <a:pt x="33909" y="539534"/>
                    </a:lnTo>
                    <a:lnTo>
                      <a:pt x="16891" y="539534"/>
                    </a:lnTo>
                    <a:lnTo>
                      <a:pt x="16891" y="526509"/>
                    </a:lnTo>
                    <a:lnTo>
                      <a:pt x="187579" y="526509"/>
                    </a:lnTo>
                    <a:lnTo>
                      <a:pt x="187579" y="539534"/>
                    </a:lnTo>
                    <a:lnTo>
                      <a:pt x="170688" y="539534"/>
                    </a:lnTo>
                    <a:lnTo>
                      <a:pt x="170688" y="13026"/>
                    </a:lnTo>
                    <a:lnTo>
                      <a:pt x="187579" y="13026"/>
                    </a:lnTo>
                    <a:lnTo>
                      <a:pt x="187579" y="26149"/>
                    </a:lnTo>
                    <a:lnTo>
                      <a:pt x="16891" y="26149"/>
                    </a:ln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206" id="206"/>
            <p:cNvGrpSpPr/>
            <p:nvPr/>
          </p:nvGrpSpPr>
          <p:grpSpPr>
            <a:xfrm rot="0">
              <a:off x="504609" y="0"/>
              <a:ext cx="6827520" cy="505892"/>
              <a:chOff x="0" y="0"/>
              <a:chExt cx="6827520" cy="505892"/>
            </a:xfrm>
          </p:grpSpPr>
          <p:sp>
            <p:nvSpPr>
              <p:cNvPr name="Freeform 207" id="207"/>
              <p:cNvSpPr/>
              <p:nvPr/>
            </p:nvSpPr>
            <p:spPr>
              <a:xfrm flipH="false" flipV="false" rot="0">
                <a:off x="0" y="0"/>
                <a:ext cx="6827520" cy="505884"/>
              </a:xfrm>
              <a:custGeom>
                <a:avLst/>
                <a:gdLst/>
                <a:ahLst/>
                <a:cxnLst/>
                <a:rect r="r" b="b" t="t" l="l"/>
                <a:pathLst>
                  <a:path h="505884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505884"/>
                    </a:lnTo>
                    <a:lnTo>
                      <a:pt x="0" y="505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29982" r="0" b="-195965"/>
                </a:stretch>
              </a:blipFill>
            </p:spPr>
          </p:sp>
          <p:sp>
            <p:nvSpPr>
              <p:cNvPr name="TextBox 208" id="208"/>
              <p:cNvSpPr txBox="true"/>
              <p:nvPr/>
            </p:nvSpPr>
            <p:spPr>
              <a:xfrm>
                <a:off x="0" y="-38100"/>
                <a:ext cx="6827520" cy="5439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Topics routes</a:t>
                </a:r>
              </a:p>
            </p:txBody>
          </p:sp>
        </p:grpSp>
        <p:grpSp>
          <p:nvGrpSpPr>
            <p:cNvPr name="Group 209" id="209"/>
            <p:cNvGrpSpPr/>
            <p:nvPr/>
          </p:nvGrpSpPr>
          <p:grpSpPr>
            <a:xfrm rot="0">
              <a:off x="8917089" y="0"/>
              <a:ext cx="1097280" cy="505892"/>
              <a:chOff x="0" y="0"/>
              <a:chExt cx="1097280" cy="505892"/>
            </a:xfrm>
          </p:grpSpPr>
          <p:sp>
            <p:nvSpPr>
              <p:cNvPr name="Freeform 210" id="210"/>
              <p:cNvSpPr/>
              <p:nvPr/>
            </p:nvSpPr>
            <p:spPr>
              <a:xfrm flipH="false" flipV="false" rot="0">
                <a:off x="0" y="0"/>
                <a:ext cx="1097280" cy="505890"/>
              </a:xfrm>
              <a:custGeom>
                <a:avLst/>
                <a:gdLst/>
                <a:ahLst/>
                <a:cxnLst/>
                <a:rect r="r" b="b" t="t" l="l"/>
                <a:pathLst>
                  <a:path h="505890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505890"/>
                    </a:lnTo>
                    <a:lnTo>
                      <a:pt x="0" y="50589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329" r="0" b="23803"/>
                </a:stretch>
              </a:blipFill>
            </p:spPr>
          </p:sp>
          <p:sp>
            <p:nvSpPr>
              <p:cNvPr name="TextBox 211" id="211"/>
              <p:cNvSpPr txBox="true"/>
              <p:nvPr/>
            </p:nvSpPr>
            <p:spPr>
              <a:xfrm>
                <a:off x="0" y="-38100"/>
                <a:ext cx="1097280" cy="5439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22C55E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4 tests</a:t>
                </a:r>
              </a:p>
            </p:txBody>
          </p:sp>
        </p:grpSp>
      </p:grpSp>
      <p:grpSp>
        <p:nvGrpSpPr>
          <p:cNvPr name="Group 212" id="212"/>
          <p:cNvGrpSpPr/>
          <p:nvPr/>
        </p:nvGrpSpPr>
        <p:grpSpPr>
          <a:xfrm rot="0">
            <a:off x="9862823" y="7971013"/>
            <a:ext cx="7510777" cy="414471"/>
            <a:chOff x="0" y="0"/>
            <a:chExt cx="10014369" cy="552628"/>
          </a:xfrm>
        </p:grpSpPr>
        <p:grpSp>
          <p:nvGrpSpPr>
            <p:cNvPr name="Group 213" id="213"/>
            <p:cNvGrpSpPr/>
            <p:nvPr/>
          </p:nvGrpSpPr>
          <p:grpSpPr>
            <a:xfrm rot="0">
              <a:off x="0" y="0"/>
              <a:ext cx="8934031" cy="552628"/>
              <a:chOff x="0" y="0"/>
              <a:chExt cx="8934031" cy="552628"/>
            </a:xfrm>
          </p:grpSpPr>
          <p:sp>
            <p:nvSpPr>
              <p:cNvPr name="Freeform 214" id="214"/>
              <p:cNvSpPr/>
              <p:nvPr/>
            </p:nvSpPr>
            <p:spPr>
              <a:xfrm flipH="false" flipV="false" rot="0">
                <a:off x="16891" y="13026"/>
                <a:ext cx="8900160" cy="526509"/>
              </a:xfrm>
              <a:custGeom>
                <a:avLst/>
                <a:gdLst/>
                <a:ahLst/>
                <a:cxnLst/>
                <a:rect r="r" b="b" t="t" l="l"/>
                <a:pathLst>
                  <a:path h="526509" w="8900160">
                    <a:moveTo>
                      <a:pt x="0" y="0"/>
                    </a:moveTo>
                    <a:lnTo>
                      <a:pt x="8900160" y="0"/>
                    </a:lnTo>
                    <a:lnTo>
                      <a:pt x="8900160" y="526508"/>
                    </a:lnTo>
                    <a:lnTo>
                      <a:pt x="0" y="526508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215" id="215"/>
              <p:cNvSpPr/>
              <p:nvPr/>
            </p:nvSpPr>
            <p:spPr>
              <a:xfrm flipH="false" flipV="false" rot="0">
                <a:off x="0" y="0"/>
                <a:ext cx="8933942" cy="552561"/>
              </a:xfrm>
              <a:custGeom>
                <a:avLst/>
                <a:gdLst/>
                <a:ahLst/>
                <a:cxnLst/>
                <a:rect r="r" b="b" t="t" l="l"/>
                <a:pathLst>
                  <a:path h="552561" w="8933942">
                    <a:moveTo>
                      <a:pt x="16891" y="0"/>
                    </a:moveTo>
                    <a:lnTo>
                      <a:pt x="8917051" y="0"/>
                    </a:lnTo>
                    <a:cubicBezTo>
                      <a:pt x="8926449" y="0"/>
                      <a:pt x="8933942" y="5876"/>
                      <a:pt x="8933942" y="13026"/>
                    </a:cubicBezTo>
                    <a:lnTo>
                      <a:pt x="8933942" y="539534"/>
                    </a:lnTo>
                    <a:cubicBezTo>
                      <a:pt x="8933942" y="546782"/>
                      <a:pt x="8926322" y="552560"/>
                      <a:pt x="8917051" y="552560"/>
                    </a:cubicBezTo>
                    <a:lnTo>
                      <a:pt x="16891" y="552560"/>
                    </a:lnTo>
                    <a:cubicBezTo>
                      <a:pt x="7620" y="552667"/>
                      <a:pt x="0" y="546782"/>
                      <a:pt x="0" y="539534"/>
                    </a:cubicBezTo>
                    <a:lnTo>
                      <a:pt x="0" y="13026"/>
                    </a:lnTo>
                    <a:cubicBezTo>
                      <a:pt x="0" y="5876"/>
                      <a:pt x="7620" y="0"/>
                      <a:pt x="16891" y="0"/>
                    </a:cubicBezTo>
                    <a:moveTo>
                      <a:pt x="16891" y="26149"/>
                    </a:moveTo>
                    <a:lnTo>
                      <a:pt x="16891" y="13026"/>
                    </a:lnTo>
                    <a:lnTo>
                      <a:pt x="33909" y="13026"/>
                    </a:lnTo>
                    <a:lnTo>
                      <a:pt x="33909" y="539534"/>
                    </a:lnTo>
                    <a:lnTo>
                      <a:pt x="16891" y="539534"/>
                    </a:lnTo>
                    <a:lnTo>
                      <a:pt x="16891" y="526509"/>
                    </a:lnTo>
                    <a:lnTo>
                      <a:pt x="8917051" y="526509"/>
                    </a:lnTo>
                    <a:lnTo>
                      <a:pt x="8917051" y="539534"/>
                    </a:lnTo>
                    <a:lnTo>
                      <a:pt x="8900160" y="539534"/>
                    </a:lnTo>
                    <a:lnTo>
                      <a:pt x="8900160" y="13026"/>
                    </a:lnTo>
                    <a:lnTo>
                      <a:pt x="8917051" y="13026"/>
                    </a:lnTo>
                    <a:lnTo>
                      <a:pt x="8917051" y="26149"/>
                    </a:lnTo>
                    <a:lnTo>
                      <a:pt x="16891" y="26149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216" id="216"/>
            <p:cNvGrpSpPr/>
            <p:nvPr/>
          </p:nvGrpSpPr>
          <p:grpSpPr>
            <a:xfrm rot="0">
              <a:off x="0" y="0"/>
              <a:ext cx="204559" cy="552628"/>
              <a:chOff x="0" y="0"/>
              <a:chExt cx="204559" cy="552628"/>
            </a:xfrm>
          </p:grpSpPr>
          <p:sp>
            <p:nvSpPr>
              <p:cNvPr name="Freeform 217" id="217"/>
              <p:cNvSpPr/>
              <p:nvPr/>
            </p:nvSpPr>
            <p:spPr>
              <a:xfrm flipH="false" flipV="false" rot="0">
                <a:off x="16891" y="13026"/>
                <a:ext cx="170688" cy="526509"/>
              </a:xfrm>
              <a:custGeom>
                <a:avLst/>
                <a:gdLst/>
                <a:ahLst/>
                <a:cxnLst/>
                <a:rect r="r" b="b" t="t" l="l"/>
                <a:pathLst>
                  <a:path h="526509" w="170688">
                    <a:moveTo>
                      <a:pt x="0" y="0"/>
                    </a:moveTo>
                    <a:lnTo>
                      <a:pt x="170688" y="0"/>
                    </a:lnTo>
                    <a:lnTo>
                      <a:pt x="170688" y="526508"/>
                    </a:lnTo>
                    <a:lnTo>
                      <a:pt x="0" y="526508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  <p:sp>
            <p:nvSpPr>
              <p:cNvPr name="Freeform 218" id="218"/>
              <p:cNvSpPr/>
              <p:nvPr/>
            </p:nvSpPr>
            <p:spPr>
              <a:xfrm flipH="false" flipV="false" rot="0">
                <a:off x="0" y="0"/>
                <a:ext cx="204470" cy="552561"/>
              </a:xfrm>
              <a:custGeom>
                <a:avLst/>
                <a:gdLst/>
                <a:ahLst/>
                <a:cxnLst/>
                <a:rect r="r" b="b" t="t" l="l"/>
                <a:pathLst>
                  <a:path h="552561" w="204470">
                    <a:moveTo>
                      <a:pt x="16891" y="0"/>
                    </a:moveTo>
                    <a:lnTo>
                      <a:pt x="187579" y="0"/>
                    </a:lnTo>
                    <a:cubicBezTo>
                      <a:pt x="196977" y="0"/>
                      <a:pt x="204470" y="5876"/>
                      <a:pt x="204470" y="13026"/>
                    </a:cubicBezTo>
                    <a:lnTo>
                      <a:pt x="204470" y="539534"/>
                    </a:lnTo>
                    <a:cubicBezTo>
                      <a:pt x="204470" y="546782"/>
                      <a:pt x="196850" y="552560"/>
                      <a:pt x="187579" y="552560"/>
                    </a:cubicBezTo>
                    <a:lnTo>
                      <a:pt x="16891" y="552560"/>
                    </a:lnTo>
                    <a:cubicBezTo>
                      <a:pt x="7620" y="552667"/>
                      <a:pt x="0" y="546782"/>
                      <a:pt x="0" y="539534"/>
                    </a:cubicBezTo>
                    <a:lnTo>
                      <a:pt x="0" y="13026"/>
                    </a:lnTo>
                    <a:cubicBezTo>
                      <a:pt x="0" y="5876"/>
                      <a:pt x="7620" y="0"/>
                      <a:pt x="16891" y="0"/>
                    </a:cubicBezTo>
                    <a:moveTo>
                      <a:pt x="16891" y="26149"/>
                    </a:moveTo>
                    <a:lnTo>
                      <a:pt x="16891" y="13026"/>
                    </a:lnTo>
                    <a:lnTo>
                      <a:pt x="33909" y="13026"/>
                    </a:lnTo>
                    <a:lnTo>
                      <a:pt x="33909" y="539534"/>
                    </a:lnTo>
                    <a:lnTo>
                      <a:pt x="16891" y="539534"/>
                    </a:lnTo>
                    <a:lnTo>
                      <a:pt x="16891" y="526509"/>
                    </a:lnTo>
                    <a:lnTo>
                      <a:pt x="187579" y="526509"/>
                    </a:lnTo>
                    <a:lnTo>
                      <a:pt x="187579" y="539534"/>
                    </a:lnTo>
                    <a:lnTo>
                      <a:pt x="170688" y="539534"/>
                    </a:lnTo>
                    <a:lnTo>
                      <a:pt x="170688" y="13026"/>
                    </a:lnTo>
                    <a:lnTo>
                      <a:pt x="187579" y="13026"/>
                    </a:lnTo>
                    <a:lnTo>
                      <a:pt x="187579" y="26149"/>
                    </a:lnTo>
                    <a:lnTo>
                      <a:pt x="16891" y="26149"/>
                    </a:lnTo>
                    <a:close/>
                  </a:path>
                </a:pathLst>
              </a:custGeom>
              <a:solidFill>
                <a:srgbClr val="3B82F6"/>
              </a:solidFill>
            </p:spPr>
          </p:sp>
        </p:grpSp>
        <p:grpSp>
          <p:nvGrpSpPr>
            <p:cNvPr name="Group 219" id="219"/>
            <p:cNvGrpSpPr/>
            <p:nvPr/>
          </p:nvGrpSpPr>
          <p:grpSpPr>
            <a:xfrm rot="0">
              <a:off x="504609" y="0"/>
              <a:ext cx="6827520" cy="505892"/>
              <a:chOff x="0" y="0"/>
              <a:chExt cx="6827520" cy="505892"/>
            </a:xfrm>
          </p:grpSpPr>
          <p:sp>
            <p:nvSpPr>
              <p:cNvPr name="Freeform 220" id="220"/>
              <p:cNvSpPr/>
              <p:nvPr/>
            </p:nvSpPr>
            <p:spPr>
              <a:xfrm flipH="false" flipV="false" rot="0">
                <a:off x="0" y="0"/>
                <a:ext cx="6827520" cy="505884"/>
              </a:xfrm>
              <a:custGeom>
                <a:avLst/>
                <a:gdLst/>
                <a:ahLst/>
                <a:cxnLst/>
                <a:rect r="r" b="b" t="t" l="l"/>
                <a:pathLst>
                  <a:path h="505884" w="6827520">
                    <a:moveTo>
                      <a:pt x="0" y="0"/>
                    </a:moveTo>
                    <a:lnTo>
                      <a:pt x="6827520" y="0"/>
                    </a:lnTo>
                    <a:lnTo>
                      <a:pt x="6827520" y="505884"/>
                    </a:lnTo>
                    <a:lnTo>
                      <a:pt x="0" y="505884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229982" r="0" b="-195965"/>
                </a:stretch>
              </a:blipFill>
            </p:spPr>
          </p:sp>
          <p:sp>
            <p:nvSpPr>
              <p:cNvPr name="TextBox 221" id="221"/>
              <p:cNvSpPr txBox="true"/>
              <p:nvPr/>
            </p:nvSpPr>
            <p:spPr>
              <a:xfrm>
                <a:off x="0" y="-38100"/>
                <a:ext cx="6827520" cy="5439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2280"/>
                  </a:lnSpc>
                </a:pPr>
                <a:r>
                  <a:rPr lang="en-US" sz="19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Questions routes</a:t>
                </a:r>
              </a:p>
            </p:txBody>
          </p:sp>
        </p:grpSp>
        <p:grpSp>
          <p:nvGrpSpPr>
            <p:cNvPr name="Group 222" id="222"/>
            <p:cNvGrpSpPr/>
            <p:nvPr/>
          </p:nvGrpSpPr>
          <p:grpSpPr>
            <a:xfrm rot="0">
              <a:off x="8917089" y="0"/>
              <a:ext cx="1097280" cy="505892"/>
              <a:chOff x="0" y="0"/>
              <a:chExt cx="1097280" cy="505892"/>
            </a:xfrm>
          </p:grpSpPr>
          <p:sp>
            <p:nvSpPr>
              <p:cNvPr name="Freeform 223" id="223"/>
              <p:cNvSpPr/>
              <p:nvPr/>
            </p:nvSpPr>
            <p:spPr>
              <a:xfrm flipH="false" flipV="false" rot="0">
                <a:off x="0" y="0"/>
                <a:ext cx="1097280" cy="505890"/>
              </a:xfrm>
              <a:custGeom>
                <a:avLst/>
                <a:gdLst/>
                <a:ahLst/>
                <a:cxnLst/>
                <a:rect r="r" b="b" t="t" l="l"/>
                <a:pathLst>
                  <a:path h="505890" w="1097280">
                    <a:moveTo>
                      <a:pt x="0" y="0"/>
                    </a:moveTo>
                    <a:lnTo>
                      <a:pt x="1097280" y="0"/>
                    </a:lnTo>
                    <a:lnTo>
                      <a:pt x="1097280" y="505890"/>
                    </a:lnTo>
                    <a:lnTo>
                      <a:pt x="0" y="505890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8329" r="0" b="23803"/>
                </a:stretch>
              </a:blipFill>
            </p:spPr>
          </p:sp>
          <p:sp>
            <p:nvSpPr>
              <p:cNvPr name="TextBox 224" id="224"/>
              <p:cNvSpPr txBox="true"/>
              <p:nvPr/>
            </p:nvSpPr>
            <p:spPr>
              <a:xfrm>
                <a:off x="0" y="-38100"/>
                <a:ext cx="1097280" cy="54399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ctr">
                  <a:lnSpc>
                    <a:spcPts val="2280"/>
                  </a:lnSpc>
                </a:pPr>
                <a:r>
                  <a:rPr lang="en-US" sz="1900">
                    <a:solidFill>
                      <a:srgbClr val="3B82F6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6 tests</a:t>
                </a:r>
              </a:p>
            </p:txBody>
          </p:sp>
        </p:grpSp>
      </p:grpSp>
      <p:grpSp>
        <p:nvGrpSpPr>
          <p:cNvPr name="Group 225" id="225"/>
          <p:cNvGrpSpPr/>
          <p:nvPr/>
        </p:nvGrpSpPr>
        <p:grpSpPr>
          <a:xfrm rot="0">
            <a:off x="9862823" y="8522995"/>
            <a:ext cx="6700523" cy="414471"/>
            <a:chOff x="0" y="0"/>
            <a:chExt cx="8934031" cy="552628"/>
          </a:xfrm>
        </p:grpSpPr>
        <p:sp>
          <p:nvSpPr>
            <p:cNvPr name="Freeform 226" id="226"/>
            <p:cNvSpPr/>
            <p:nvPr/>
          </p:nvSpPr>
          <p:spPr>
            <a:xfrm flipH="false" flipV="false" rot="0">
              <a:off x="16891" y="13026"/>
              <a:ext cx="8900160" cy="526509"/>
            </a:xfrm>
            <a:custGeom>
              <a:avLst/>
              <a:gdLst/>
              <a:ahLst/>
              <a:cxnLst/>
              <a:rect r="r" b="b" t="t" l="l"/>
              <a:pathLst>
                <a:path h="526509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526508"/>
                  </a:lnTo>
                  <a:lnTo>
                    <a:pt x="0" y="526508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227" id="227"/>
            <p:cNvSpPr/>
            <p:nvPr/>
          </p:nvSpPr>
          <p:spPr>
            <a:xfrm flipH="false" flipV="false" rot="0">
              <a:off x="0" y="0"/>
              <a:ext cx="8933942" cy="552561"/>
            </a:xfrm>
            <a:custGeom>
              <a:avLst/>
              <a:gdLst/>
              <a:ahLst/>
              <a:cxnLst/>
              <a:rect r="r" b="b" t="t" l="l"/>
              <a:pathLst>
                <a:path h="552561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5876"/>
                    <a:pt x="8933942" y="13026"/>
                  </a:cubicBezTo>
                  <a:lnTo>
                    <a:pt x="8933942" y="539534"/>
                  </a:lnTo>
                  <a:cubicBezTo>
                    <a:pt x="8933942" y="546782"/>
                    <a:pt x="8926322" y="552560"/>
                    <a:pt x="8917051" y="552560"/>
                  </a:cubicBezTo>
                  <a:lnTo>
                    <a:pt x="16891" y="552560"/>
                  </a:lnTo>
                  <a:cubicBezTo>
                    <a:pt x="7620" y="552667"/>
                    <a:pt x="0" y="546782"/>
                    <a:pt x="0" y="539534"/>
                  </a:cubicBezTo>
                  <a:lnTo>
                    <a:pt x="0" y="13026"/>
                  </a:lnTo>
                  <a:cubicBezTo>
                    <a:pt x="0" y="5876"/>
                    <a:pt x="7620" y="0"/>
                    <a:pt x="16891" y="0"/>
                  </a:cubicBezTo>
                  <a:moveTo>
                    <a:pt x="16891" y="26149"/>
                  </a:moveTo>
                  <a:lnTo>
                    <a:pt x="16891" y="13026"/>
                  </a:lnTo>
                  <a:lnTo>
                    <a:pt x="33909" y="13026"/>
                  </a:lnTo>
                  <a:lnTo>
                    <a:pt x="33909" y="539534"/>
                  </a:lnTo>
                  <a:lnTo>
                    <a:pt x="16891" y="539534"/>
                  </a:lnTo>
                  <a:lnTo>
                    <a:pt x="16891" y="526509"/>
                  </a:lnTo>
                  <a:lnTo>
                    <a:pt x="8917051" y="526509"/>
                  </a:lnTo>
                  <a:lnTo>
                    <a:pt x="8917051" y="539534"/>
                  </a:lnTo>
                  <a:lnTo>
                    <a:pt x="8900160" y="539534"/>
                  </a:lnTo>
                  <a:lnTo>
                    <a:pt x="8900160" y="13026"/>
                  </a:lnTo>
                  <a:lnTo>
                    <a:pt x="8917051" y="13026"/>
                  </a:lnTo>
                  <a:lnTo>
                    <a:pt x="8917051" y="26149"/>
                  </a:lnTo>
                  <a:lnTo>
                    <a:pt x="16891" y="2614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228" id="228"/>
          <p:cNvGrpSpPr/>
          <p:nvPr/>
        </p:nvGrpSpPr>
        <p:grpSpPr>
          <a:xfrm rot="0">
            <a:off x="9862823" y="8522995"/>
            <a:ext cx="153419" cy="414471"/>
            <a:chOff x="0" y="0"/>
            <a:chExt cx="204559" cy="552628"/>
          </a:xfrm>
        </p:grpSpPr>
        <p:sp>
          <p:nvSpPr>
            <p:cNvPr name="Freeform 229" id="229"/>
            <p:cNvSpPr/>
            <p:nvPr/>
          </p:nvSpPr>
          <p:spPr>
            <a:xfrm flipH="false" flipV="false" rot="0">
              <a:off x="16891" y="13026"/>
              <a:ext cx="170688" cy="526509"/>
            </a:xfrm>
            <a:custGeom>
              <a:avLst/>
              <a:gdLst/>
              <a:ahLst/>
              <a:cxnLst/>
              <a:rect r="r" b="b" t="t" l="l"/>
              <a:pathLst>
                <a:path h="52650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26508"/>
                  </a:lnTo>
                  <a:lnTo>
                    <a:pt x="0" y="526508"/>
                  </a:lnTo>
                  <a:close/>
                </a:path>
              </a:pathLst>
            </a:custGeom>
            <a:solidFill>
              <a:srgbClr val="F59E0B"/>
            </a:solidFill>
          </p:spPr>
        </p:sp>
        <p:sp>
          <p:nvSpPr>
            <p:cNvPr name="Freeform 230" id="230"/>
            <p:cNvSpPr/>
            <p:nvPr/>
          </p:nvSpPr>
          <p:spPr>
            <a:xfrm flipH="false" flipV="false" rot="0">
              <a:off x="0" y="0"/>
              <a:ext cx="204470" cy="552561"/>
            </a:xfrm>
            <a:custGeom>
              <a:avLst/>
              <a:gdLst/>
              <a:ahLst/>
              <a:cxnLst/>
              <a:rect r="r" b="b" t="t" l="l"/>
              <a:pathLst>
                <a:path h="552561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5876"/>
                    <a:pt x="204470" y="13026"/>
                  </a:cubicBezTo>
                  <a:lnTo>
                    <a:pt x="204470" y="539534"/>
                  </a:lnTo>
                  <a:cubicBezTo>
                    <a:pt x="204470" y="546782"/>
                    <a:pt x="196850" y="552560"/>
                    <a:pt x="187579" y="552560"/>
                  </a:cubicBezTo>
                  <a:lnTo>
                    <a:pt x="16891" y="552560"/>
                  </a:lnTo>
                  <a:cubicBezTo>
                    <a:pt x="7620" y="552667"/>
                    <a:pt x="0" y="546782"/>
                    <a:pt x="0" y="539534"/>
                  </a:cubicBezTo>
                  <a:lnTo>
                    <a:pt x="0" y="13026"/>
                  </a:lnTo>
                  <a:cubicBezTo>
                    <a:pt x="0" y="5876"/>
                    <a:pt x="7620" y="0"/>
                    <a:pt x="16891" y="0"/>
                  </a:cubicBezTo>
                  <a:moveTo>
                    <a:pt x="16891" y="26149"/>
                  </a:moveTo>
                  <a:lnTo>
                    <a:pt x="16891" y="13026"/>
                  </a:lnTo>
                  <a:lnTo>
                    <a:pt x="33909" y="13026"/>
                  </a:lnTo>
                  <a:lnTo>
                    <a:pt x="33909" y="539534"/>
                  </a:lnTo>
                  <a:lnTo>
                    <a:pt x="16891" y="539534"/>
                  </a:lnTo>
                  <a:lnTo>
                    <a:pt x="16891" y="526509"/>
                  </a:lnTo>
                  <a:lnTo>
                    <a:pt x="187579" y="526509"/>
                  </a:lnTo>
                  <a:lnTo>
                    <a:pt x="187579" y="539534"/>
                  </a:lnTo>
                  <a:lnTo>
                    <a:pt x="170688" y="539534"/>
                  </a:lnTo>
                  <a:lnTo>
                    <a:pt x="170688" y="13026"/>
                  </a:lnTo>
                  <a:lnTo>
                    <a:pt x="187579" y="13026"/>
                  </a:lnTo>
                  <a:lnTo>
                    <a:pt x="187579" y="26149"/>
                  </a:lnTo>
                  <a:lnTo>
                    <a:pt x="16891" y="26149"/>
                  </a:lnTo>
                  <a:close/>
                </a:path>
              </a:pathLst>
            </a:custGeom>
            <a:solidFill>
              <a:srgbClr val="F59E0B"/>
            </a:solidFill>
          </p:spPr>
        </p:sp>
      </p:grpSp>
      <p:grpSp>
        <p:nvGrpSpPr>
          <p:cNvPr name="Group 231" id="231"/>
          <p:cNvGrpSpPr/>
          <p:nvPr/>
        </p:nvGrpSpPr>
        <p:grpSpPr>
          <a:xfrm rot="0">
            <a:off x="10241280" y="8522995"/>
            <a:ext cx="5120640" cy="379419"/>
            <a:chOff x="0" y="0"/>
            <a:chExt cx="6827520" cy="505892"/>
          </a:xfrm>
        </p:grpSpPr>
        <p:sp>
          <p:nvSpPr>
            <p:cNvPr name="Freeform 232" id="232"/>
            <p:cNvSpPr/>
            <p:nvPr/>
          </p:nvSpPr>
          <p:spPr>
            <a:xfrm flipH="false" flipV="false" rot="0">
              <a:off x="0" y="0"/>
              <a:ext cx="6827520" cy="505884"/>
            </a:xfrm>
            <a:custGeom>
              <a:avLst/>
              <a:gdLst/>
              <a:ahLst/>
              <a:cxnLst/>
              <a:rect r="r" b="b" t="t" l="l"/>
              <a:pathLst>
                <a:path h="50588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05884"/>
                  </a:lnTo>
                  <a:lnTo>
                    <a:pt x="0" y="505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982" r="0" b="-195965"/>
              </a:stretch>
            </a:blipFill>
          </p:spPr>
        </p:sp>
        <p:sp>
          <p:nvSpPr>
            <p:cNvPr name="TextBox 233" id="233"/>
            <p:cNvSpPr txBox="true"/>
            <p:nvPr/>
          </p:nvSpPr>
          <p:spPr>
            <a:xfrm>
              <a:off x="0" y="-38100"/>
              <a:ext cx="682752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Answer check (MCQ/TF/FRQ)</a:t>
              </a:r>
            </a:p>
          </p:txBody>
        </p:sp>
      </p:grpSp>
      <p:grpSp>
        <p:nvGrpSpPr>
          <p:cNvPr name="Group 234" id="234"/>
          <p:cNvGrpSpPr/>
          <p:nvPr/>
        </p:nvGrpSpPr>
        <p:grpSpPr>
          <a:xfrm rot="0">
            <a:off x="16550640" y="8522995"/>
            <a:ext cx="822960" cy="379419"/>
            <a:chOff x="0" y="0"/>
            <a:chExt cx="1097280" cy="505892"/>
          </a:xfrm>
        </p:grpSpPr>
        <p:sp>
          <p:nvSpPr>
            <p:cNvPr name="Freeform 235" id="235"/>
            <p:cNvSpPr/>
            <p:nvPr/>
          </p:nvSpPr>
          <p:spPr>
            <a:xfrm flipH="false" flipV="false" rot="0">
              <a:off x="0" y="0"/>
              <a:ext cx="1097280" cy="505890"/>
            </a:xfrm>
            <a:custGeom>
              <a:avLst/>
              <a:gdLst/>
              <a:ahLst/>
              <a:cxnLst/>
              <a:rect r="r" b="b" t="t" l="l"/>
              <a:pathLst>
                <a:path h="50589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05890"/>
                  </a:lnTo>
                  <a:lnTo>
                    <a:pt x="0" y="505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9" r="0" b="23803"/>
              </a:stretch>
            </a:blipFill>
          </p:spPr>
        </p:sp>
        <p:sp>
          <p:nvSpPr>
            <p:cNvPr name="TextBox 236" id="236"/>
            <p:cNvSpPr txBox="true"/>
            <p:nvPr/>
          </p:nvSpPr>
          <p:spPr>
            <a:xfrm>
              <a:off x="0" y="-38100"/>
              <a:ext cx="109728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tests</a:t>
              </a:r>
            </a:p>
          </p:txBody>
        </p:sp>
      </p:grpSp>
      <p:grpSp>
        <p:nvGrpSpPr>
          <p:cNvPr name="Group 237" id="237"/>
          <p:cNvGrpSpPr/>
          <p:nvPr/>
        </p:nvGrpSpPr>
        <p:grpSpPr>
          <a:xfrm rot="0">
            <a:off x="993138" y="8474916"/>
            <a:ext cx="8072123" cy="462550"/>
            <a:chOff x="0" y="0"/>
            <a:chExt cx="10762831" cy="616733"/>
          </a:xfrm>
        </p:grpSpPr>
        <p:grpSp>
          <p:nvGrpSpPr>
            <p:cNvPr name="Group 238" id="238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239" id="239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240" id="240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241" id="241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242" id="242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243" id="243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244" id="244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245" id="245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246" id="246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Mobil</a:t>
                </a: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 — API test</a:t>
                </a:r>
              </a:p>
            </p:txBody>
          </p:sp>
        </p:grpSp>
        <p:grpSp>
          <p:nvGrpSpPr>
            <p:cNvPr name="Group 247" id="247"/>
            <p:cNvGrpSpPr/>
            <p:nvPr/>
          </p:nvGrpSpPr>
          <p:grpSpPr>
            <a:xfrm rot="0">
              <a:off x="6234849" y="101980"/>
              <a:ext cx="4267200" cy="406132"/>
              <a:chOff x="0" y="0"/>
              <a:chExt cx="4267200" cy="406132"/>
            </a:xfrm>
          </p:grpSpPr>
          <p:sp>
            <p:nvSpPr>
              <p:cNvPr name="Freeform 248" id="248"/>
              <p:cNvSpPr/>
              <p:nvPr/>
            </p:nvSpPr>
            <p:spPr>
              <a:xfrm flipH="false" flipV="false" rot="0">
                <a:off x="0" y="0"/>
                <a:ext cx="4267200" cy="406132"/>
              </a:xfrm>
              <a:custGeom>
                <a:avLst/>
                <a:gdLst/>
                <a:ahLst/>
                <a:cxnLst/>
                <a:rect r="r" b="b" t="t" l="l"/>
                <a:pathLst>
                  <a:path h="406132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06132"/>
                    </a:lnTo>
                    <a:lnTo>
                      <a:pt x="0" y="406132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44688" r="0" b="-164767"/>
                </a:stretch>
              </a:blipFill>
            </p:spPr>
          </p:sp>
          <p:sp>
            <p:nvSpPr>
              <p:cNvPr name="TextBox 249" id="249"/>
              <p:cNvSpPr txBox="true"/>
              <p:nvPr/>
            </p:nvSpPr>
            <p:spPr>
              <a:xfrm>
                <a:off x="0" y="-38100"/>
                <a:ext cx="4267200" cy="44423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Dart H</a:t>
                </a: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TTP integration test</a:t>
                </a:r>
              </a:p>
            </p:txBody>
          </p:sp>
        </p:grpSp>
      </p:grpSp>
      <p:grpSp>
        <p:nvGrpSpPr>
          <p:cNvPr name="Group 250" id="250"/>
          <p:cNvGrpSpPr/>
          <p:nvPr/>
        </p:nvGrpSpPr>
        <p:grpSpPr>
          <a:xfrm rot="0">
            <a:off x="993138" y="8975566"/>
            <a:ext cx="8072123" cy="462550"/>
            <a:chOff x="0" y="0"/>
            <a:chExt cx="10762831" cy="616733"/>
          </a:xfrm>
        </p:grpSpPr>
        <p:grpSp>
          <p:nvGrpSpPr>
            <p:cNvPr name="Group 251" id="251"/>
            <p:cNvGrpSpPr/>
            <p:nvPr/>
          </p:nvGrpSpPr>
          <p:grpSpPr>
            <a:xfrm rot="0">
              <a:off x="0" y="0"/>
              <a:ext cx="10762831" cy="616733"/>
              <a:chOff x="0" y="0"/>
              <a:chExt cx="10762831" cy="616733"/>
            </a:xfrm>
          </p:grpSpPr>
          <p:sp>
            <p:nvSpPr>
              <p:cNvPr name="Freeform 252" id="252"/>
              <p:cNvSpPr/>
              <p:nvPr/>
            </p:nvSpPr>
            <p:spPr>
              <a:xfrm flipH="false" flipV="false" rot="0">
                <a:off x="16891" y="15049"/>
                <a:ext cx="10728960" cy="586557"/>
              </a:xfrm>
              <a:custGeom>
                <a:avLst/>
                <a:gdLst/>
                <a:ahLst/>
                <a:cxnLst/>
                <a:rect r="r" b="b" t="t" l="l"/>
                <a:pathLst>
                  <a:path h="586557" w="10728960">
                    <a:moveTo>
                      <a:pt x="0" y="0"/>
                    </a:moveTo>
                    <a:lnTo>
                      <a:pt x="10728960" y="0"/>
                    </a:lnTo>
                    <a:lnTo>
                      <a:pt x="10728960" y="586556"/>
                    </a:lnTo>
                    <a:lnTo>
                      <a:pt x="0" y="586556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  <p:sp>
            <p:nvSpPr>
              <p:cNvPr name="Freeform 253" id="253"/>
              <p:cNvSpPr/>
              <p:nvPr/>
            </p:nvSpPr>
            <p:spPr>
              <a:xfrm flipH="false" flipV="false" rot="0">
                <a:off x="0" y="0"/>
                <a:ext cx="10762742" cy="616656"/>
              </a:xfrm>
              <a:custGeom>
                <a:avLst/>
                <a:gdLst/>
                <a:ahLst/>
                <a:cxnLst/>
                <a:rect r="r" b="b" t="t" l="l"/>
                <a:pathLst>
                  <a:path h="616656" w="10762742">
                    <a:moveTo>
                      <a:pt x="16891" y="0"/>
                    </a:moveTo>
                    <a:lnTo>
                      <a:pt x="10745851" y="0"/>
                    </a:lnTo>
                    <a:cubicBezTo>
                      <a:pt x="10755249" y="0"/>
                      <a:pt x="10762742" y="6789"/>
                      <a:pt x="10762742" y="15049"/>
                    </a:cubicBezTo>
                    <a:lnTo>
                      <a:pt x="10762742" y="601605"/>
                    </a:lnTo>
                    <a:cubicBezTo>
                      <a:pt x="10762742" y="609978"/>
                      <a:pt x="10755122" y="616654"/>
                      <a:pt x="10745851" y="616654"/>
                    </a:cubicBezTo>
                    <a:lnTo>
                      <a:pt x="16891" y="616654"/>
                    </a:lnTo>
                    <a:cubicBezTo>
                      <a:pt x="7620" y="616771"/>
                      <a:pt x="0" y="609978"/>
                      <a:pt x="0" y="601605"/>
                    </a:cubicBezTo>
                    <a:lnTo>
                      <a:pt x="0" y="15049"/>
                    </a:lnTo>
                    <a:cubicBezTo>
                      <a:pt x="0" y="6789"/>
                      <a:pt x="7620" y="0"/>
                      <a:pt x="16891" y="0"/>
                    </a:cubicBezTo>
                    <a:moveTo>
                      <a:pt x="16891" y="30210"/>
                    </a:moveTo>
                    <a:lnTo>
                      <a:pt x="16891" y="15049"/>
                    </a:lnTo>
                    <a:lnTo>
                      <a:pt x="33909" y="15049"/>
                    </a:lnTo>
                    <a:lnTo>
                      <a:pt x="33909" y="601605"/>
                    </a:lnTo>
                    <a:lnTo>
                      <a:pt x="16891" y="601605"/>
                    </a:lnTo>
                    <a:lnTo>
                      <a:pt x="16891" y="586557"/>
                    </a:lnTo>
                    <a:lnTo>
                      <a:pt x="10745851" y="586557"/>
                    </a:lnTo>
                    <a:lnTo>
                      <a:pt x="10745851" y="601605"/>
                    </a:lnTo>
                    <a:lnTo>
                      <a:pt x="10728960" y="601605"/>
                    </a:lnTo>
                    <a:lnTo>
                      <a:pt x="10728960" y="15049"/>
                    </a:lnTo>
                    <a:lnTo>
                      <a:pt x="10745851" y="15049"/>
                    </a:lnTo>
                    <a:lnTo>
                      <a:pt x="10745851" y="30210"/>
                    </a:lnTo>
                    <a:lnTo>
                      <a:pt x="16891" y="30210"/>
                    </a:lnTo>
                    <a:close/>
                  </a:path>
                </a:pathLst>
              </a:custGeom>
              <a:solidFill>
                <a:srgbClr val="3F3F46"/>
              </a:solidFill>
            </p:spPr>
          </p:sp>
        </p:grpSp>
        <p:grpSp>
          <p:nvGrpSpPr>
            <p:cNvPr name="Group 254" id="254"/>
            <p:cNvGrpSpPr/>
            <p:nvPr/>
          </p:nvGrpSpPr>
          <p:grpSpPr>
            <a:xfrm rot="0">
              <a:off x="121920" y="108622"/>
              <a:ext cx="448399" cy="399490"/>
              <a:chOff x="0" y="0"/>
              <a:chExt cx="448399" cy="399490"/>
            </a:xfrm>
          </p:grpSpPr>
          <p:sp>
            <p:nvSpPr>
              <p:cNvPr name="Freeform 255" id="255"/>
              <p:cNvSpPr/>
              <p:nvPr/>
            </p:nvSpPr>
            <p:spPr>
              <a:xfrm flipH="false" flipV="false" rot="0">
                <a:off x="16891" y="15049"/>
                <a:ext cx="414528" cy="369314"/>
              </a:xfrm>
              <a:custGeom>
                <a:avLst/>
                <a:gdLst/>
                <a:ahLst/>
                <a:cxnLst/>
                <a:rect r="r" b="b" t="t" l="l"/>
                <a:pathLst>
                  <a:path h="369314" w="414528">
                    <a:moveTo>
                      <a:pt x="0" y="184656"/>
                    </a:moveTo>
                    <a:cubicBezTo>
                      <a:pt x="0" y="82710"/>
                      <a:pt x="92837" y="0"/>
                      <a:pt x="207264" y="0"/>
                    </a:cubicBezTo>
                    <a:cubicBezTo>
                      <a:pt x="321691" y="0"/>
                      <a:pt x="414528" y="82710"/>
                      <a:pt x="414528" y="184656"/>
                    </a:cubicBezTo>
                    <a:cubicBezTo>
                      <a:pt x="414528" y="286602"/>
                      <a:pt x="321818" y="369313"/>
                      <a:pt x="207264" y="369313"/>
                    </a:cubicBezTo>
                    <a:cubicBezTo>
                      <a:pt x="92710" y="369313"/>
                      <a:pt x="0" y="286715"/>
                      <a:pt x="0" y="184656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  <p:sp>
            <p:nvSpPr>
              <p:cNvPr name="Freeform 256" id="256"/>
              <p:cNvSpPr/>
              <p:nvPr/>
            </p:nvSpPr>
            <p:spPr>
              <a:xfrm flipH="false" flipV="false" rot="0">
                <a:off x="0" y="0"/>
                <a:ext cx="448437" cy="399411"/>
              </a:xfrm>
              <a:custGeom>
                <a:avLst/>
                <a:gdLst/>
                <a:ahLst/>
                <a:cxnLst/>
                <a:rect r="r" b="b" t="t" l="l"/>
                <a:pathLst>
                  <a:path h="399411" w="448437">
                    <a:moveTo>
                      <a:pt x="0" y="199705"/>
                    </a:moveTo>
                    <a:cubicBezTo>
                      <a:pt x="0" y="89387"/>
                      <a:pt x="100330" y="0"/>
                      <a:pt x="224155" y="0"/>
                    </a:cubicBezTo>
                    <a:lnTo>
                      <a:pt x="224155" y="15049"/>
                    </a:lnTo>
                    <a:lnTo>
                      <a:pt x="224155" y="0"/>
                    </a:lnTo>
                    <a:cubicBezTo>
                      <a:pt x="347980" y="0"/>
                      <a:pt x="448437" y="89387"/>
                      <a:pt x="448437" y="199705"/>
                    </a:cubicBezTo>
                    <a:lnTo>
                      <a:pt x="431419" y="199705"/>
                    </a:lnTo>
                    <a:lnTo>
                      <a:pt x="448310" y="199705"/>
                    </a:lnTo>
                    <a:cubicBezTo>
                      <a:pt x="448310" y="310024"/>
                      <a:pt x="347980" y="399411"/>
                      <a:pt x="224155" y="399411"/>
                    </a:cubicBezTo>
                    <a:lnTo>
                      <a:pt x="224155" y="384362"/>
                    </a:lnTo>
                    <a:lnTo>
                      <a:pt x="224155" y="399411"/>
                    </a:lnTo>
                    <a:cubicBezTo>
                      <a:pt x="100330" y="399528"/>
                      <a:pt x="0" y="310024"/>
                      <a:pt x="0" y="199705"/>
                    </a:cubicBezTo>
                    <a:lnTo>
                      <a:pt x="16891" y="199705"/>
                    </a:lnTo>
                    <a:lnTo>
                      <a:pt x="31496" y="207399"/>
                    </a:lnTo>
                    <a:cubicBezTo>
                      <a:pt x="27559" y="213283"/>
                      <a:pt x="19812" y="215999"/>
                      <a:pt x="12446" y="214301"/>
                    </a:cubicBezTo>
                    <a:cubicBezTo>
                      <a:pt x="5080" y="212604"/>
                      <a:pt x="0" y="206494"/>
                      <a:pt x="0" y="199705"/>
                    </a:cubicBezTo>
                    <a:moveTo>
                      <a:pt x="33909" y="199705"/>
                    </a:moveTo>
                    <a:lnTo>
                      <a:pt x="16891" y="199705"/>
                    </a:lnTo>
                    <a:lnTo>
                      <a:pt x="2413" y="192011"/>
                    </a:lnTo>
                    <a:cubicBezTo>
                      <a:pt x="6350" y="186128"/>
                      <a:pt x="14097" y="183412"/>
                      <a:pt x="21463" y="185109"/>
                    </a:cubicBezTo>
                    <a:cubicBezTo>
                      <a:pt x="28829" y="186807"/>
                      <a:pt x="33909" y="192917"/>
                      <a:pt x="33909" y="199705"/>
                    </a:cubicBezTo>
                    <a:cubicBezTo>
                      <a:pt x="33909" y="293392"/>
                      <a:pt x="119126" y="369314"/>
                      <a:pt x="224282" y="369314"/>
                    </a:cubicBezTo>
                    <a:cubicBezTo>
                      <a:pt x="329438" y="369314"/>
                      <a:pt x="414655" y="293392"/>
                      <a:pt x="414655" y="199705"/>
                    </a:cubicBezTo>
                    <a:cubicBezTo>
                      <a:pt x="414655" y="106019"/>
                      <a:pt x="329438" y="30097"/>
                      <a:pt x="224282" y="30097"/>
                    </a:cubicBezTo>
                    <a:lnTo>
                      <a:pt x="224282" y="15049"/>
                    </a:lnTo>
                    <a:lnTo>
                      <a:pt x="224282" y="30210"/>
                    </a:lnTo>
                    <a:cubicBezTo>
                      <a:pt x="119126" y="30210"/>
                      <a:pt x="33909" y="106132"/>
                      <a:pt x="33909" y="199705"/>
                    </a:cubicBezTo>
                    <a:close/>
                  </a:path>
                </a:pathLst>
              </a:custGeom>
              <a:solidFill>
                <a:srgbClr val="22C55E"/>
              </a:solidFill>
            </p:spPr>
          </p:sp>
        </p:grpSp>
        <p:grpSp>
          <p:nvGrpSpPr>
            <p:cNvPr name="Group 257" id="257"/>
            <p:cNvGrpSpPr/>
            <p:nvPr/>
          </p:nvGrpSpPr>
          <p:grpSpPr>
            <a:xfrm rot="0">
              <a:off x="748449" y="101980"/>
              <a:ext cx="5364480" cy="434487"/>
              <a:chOff x="0" y="0"/>
              <a:chExt cx="5364480" cy="434487"/>
            </a:xfrm>
          </p:grpSpPr>
          <p:sp>
            <p:nvSpPr>
              <p:cNvPr name="Freeform 258" id="258"/>
              <p:cNvSpPr/>
              <p:nvPr/>
            </p:nvSpPr>
            <p:spPr>
              <a:xfrm flipH="false" flipV="false" rot="0">
                <a:off x="0" y="0"/>
                <a:ext cx="536448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5364480">
                    <a:moveTo>
                      <a:pt x="0" y="0"/>
                    </a:moveTo>
                    <a:lnTo>
                      <a:pt x="5364480" y="0"/>
                    </a:lnTo>
                    <a:lnTo>
                      <a:pt x="536448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84454" r="0" b="-196697"/>
                </a:stretch>
              </a:blipFill>
            </p:spPr>
          </p:sp>
          <p:sp>
            <p:nvSpPr>
              <p:cNvPr name="TextBox 259" id="259"/>
              <p:cNvSpPr txBox="true"/>
              <p:nvPr/>
            </p:nvSpPr>
            <p:spPr>
              <a:xfrm>
                <a:off x="0" y="-28575"/>
                <a:ext cx="5364480" cy="463062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920"/>
                  </a:lnSpc>
                </a:pP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Mobil</a:t>
                </a:r>
                <a:r>
                  <a:rPr lang="en-US" sz="1600">
                    <a:solidFill>
                      <a:srgbClr val="F4F4F5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e — Login widget test</a:t>
                </a:r>
              </a:p>
            </p:txBody>
          </p:sp>
        </p:grpSp>
        <p:grpSp>
          <p:nvGrpSpPr>
            <p:cNvPr name="Group 260" id="260"/>
            <p:cNvGrpSpPr/>
            <p:nvPr/>
          </p:nvGrpSpPr>
          <p:grpSpPr>
            <a:xfrm rot="0">
              <a:off x="6234849" y="101980"/>
              <a:ext cx="4267200" cy="434487"/>
              <a:chOff x="0" y="0"/>
              <a:chExt cx="4267200" cy="434487"/>
            </a:xfrm>
          </p:grpSpPr>
          <p:sp>
            <p:nvSpPr>
              <p:cNvPr name="Freeform 261" id="261"/>
              <p:cNvSpPr/>
              <p:nvPr/>
            </p:nvSpPr>
            <p:spPr>
              <a:xfrm flipH="false" flipV="false" rot="0">
                <a:off x="0" y="0"/>
                <a:ext cx="4267200" cy="434487"/>
              </a:xfrm>
              <a:custGeom>
                <a:avLst/>
                <a:gdLst/>
                <a:ahLst/>
                <a:cxnLst/>
                <a:rect r="r" b="b" t="t" l="l"/>
                <a:pathLst>
                  <a:path h="434487" w="4267200">
                    <a:moveTo>
                      <a:pt x="0" y="0"/>
                    </a:moveTo>
                    <a:lnTo>
                      <a:pt x="4267200" y="0"/>
                    </a:lnTo>
                    <a:lnTo>
                      <a:pt x="4267200" y="434487"/>
                    </a:lnTo>
                    <a:lnTo>
                      <a:pt x="0" y="434487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l="0" t="-135245" r="0" b="-147488"/>
                </a:stretch>
              </a:blipFill>
            </p:spPr>
          </p:sp>
          <p:sp>
            <p:nvSpPr>
              <p:cNvPr name="TextBox 262" id="262"/>
              <p:cNvSpPr txBox="true"/>
              <p:nvPr/>
            </p:nvSpPr>
            <p:spPr>
              <a:xfrm>
                <a:off x="0" y="-38100"/>
                <a:ext cx="4267200" cy="472587"/>
              </a:xfrm>
              <a:prstGeom prst="rect">
                <a:avLst/>
              </a:prstGeom>
            </p:spPr>
            <p:txBody>
              <a:bodyPr anchor="ctr" rtlCol="false" tIns="0" lIns="0" bIns="0" rIns="0"/>
              <a:lstStyle/>
              <a:p>
                <a:pPr algn="l">
                  <a:lnSpc>
                    <a:spcPts val="1800"/>
                  </a:lnSpc>
                </a:pP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F</a:t>
                </a:r>
                <a:r>
                  <a:rPr lang="en-US" sz="1500">
                    <a:solidFill>
                      <a:srgbClr val="A1A1AA"/>
                    </a:solidFill>
                    <a:latin typeface="Calibri (MS)"/>
                    <a:ea typeface="Calibri (MS)"/>
                    <a:cs typeface="Calibri (MS)"/>
                    <a:sym typeface="Calibri (MS)"/>
                  </a:rPr>
                  <a:t>lutter widget render &amp; input</a:t>
                </a:r>
              </a:p>
            </p:txBody>
          </p:sp>
        </p:grpSp>
      </p:grpSp>
      <p:grpSp>
        <p:nvGrpSpPr>
          <p:cNvPr name="Group 263" id="263"/>
          <p:cNvGrpSpPr/>
          <p:nvPr/>
        </p:nvGrpSpPr>
        <p:grpSpPr>
          <a:xfrm rot="0">
            <a:off x="9862823" y="9070816"/>
            <a:ext cx="6700523" cy="414471"/>
            <a:chOff x="0" y="0"/>
            <a:chExt cx="8934031" cy="552628"/>
          </a:xfrm>
        </p:grpSpPr>
        <p:sp>
          <p:nvSpPr>
            <p:cNvPr name="Freeform 264" id="264"/>
            <p:cNvSpPr/>
            <p:nvPr/>
          </p:nvSpPr>
          <p:spPr>
            <a:xfrm flipH="false" flipV="false" rot="0">
              <a:off x="16891" y="13026"/>
              <a:ext cx="8900160" cy="526509"/>
            </a:xfrm>
            <a:custGeom>
              <a:avLst/>
              <a:gdLst/>
              <a:ahLst/>
              <a:cxnLst/>
              <a:rect r="r" b="b" t="t" l="l"/>
              <a:pathLst>
                <a:path h="526509" w="8900160">
                  <a:moveTo>
                    <a:pt x="0" y="0"/>
                  </a:moveTo>
                  <a:lnTo>
                    <a:pt x="8900160" y="0"/>
                  </a:lnTo>
                  <a:lnTo>
                    <a:pt x="8900160" y="526508"/>
                  </a:lnTo>
                  <a:lnTo>
                    <a:pt x="0" y="526508"/>
                  </a:lnTo>
                  <a:close/>
                </a:path>
              </a:pathLst>
            </a:custGeom>
            <a:solidFill>
              <a:srgbClr val="3F3F46"/>
            </a:solidFill>
          </p:spPr>
        </p:sp>
        <p:sp>
          <p:nvSpPr>
            <p:cNvPr name="Freeform 265" id="265"/>
            <p:cNvSpPr/>
            <p:nvPr/>
          </p:nvSpPr>
          <p:spPr>
            <a:xfrm flipH="false" flipV="false" rot="0">
              <a:off x="0" y="0"/>
              <a:ext cx="8933942" cy="552561"/>
            </a:xfrm>
            <a:custGeom>
              <a:avLst/>
              <a:gdLst/>
              <a:ahLst/>
              <a:cxnLst/>
              <a:rect r="r" b="b" t="t" l="l"/>
              <a:pathLst>
                <a:path h="552561" w="8933942">
                  <a:moveTo>
                    <a:pt x="16891" y="0"/>
                  </a:moveTo>
                  <a:lnTo>
                    <a:pt x="8917051" y="0"/>
                  </a:lnTo>
                  <a:cubicBezTo>
                    <a:pt x="8926449" y="0"/>
                    <a:pt x="8933942" y="5876"/>
                    <a:pt x="8933942" y="13026"/>
                  </a:cubicBezTo>
                  <a:lnTo>
                    <a:pt x="8933942" y="539534"/>
                  </a:lnTo>
                  <a:cubicBezTo>
                    <a:pt x="8933942" y="546782"/>
                    <a:pt x="8926322" y="552560"/>
                    <a:pt x="8917051" y="552560"/>
                  </a:cubicBezTo>
                  <a:lnTo>
                    <a:pt x="16891" y="552560"/>
                  </a:lnTo>
                  <a:cubicBezTo>
                    <a:pt x="7620" y="552667"/>
                    <a:pt x="0" y="546782"/>
                    <a:pt x="0" y="539534"/>
                  </a:cubicBezTo>
                  <a:lnTo>
                    <a:pt x="0" y="13026"/>
                  </a:lnTo>
                  <a:cubicBezTo>
                    <a:pt x="0" y="5876"/>
                    <a:pt x="7620" y="0"/>
                    <a:pt x="16891" y="0"/>
                  </a:cubicBezTo>
                  <a:moveTo>
                    <a:pt x="16891" y="26149"/>
                  </a:moveTo>
                  <a:lnTo>
                    <a:pt x="16891" y="13026"/>
                  </a:lnTo>
                  <a:lnTo>
                    <a:pt x="33909" y="13026"/>
                  </a:lnTo>
                  <a:lnTo>
                    <a:pt x="33909" y="539534"/>
                  </a:lnTo>
                  <a:lnTo>
                    <a:pt x="16891" y="539534"/>
                  </a:lnTo>
                  <a:lnTo>
                    <a:pt x="16891" y="526509"/>
                  </a:lnTo>
                  <a:lnTo>
                    <a:pt x="8917051" y="526509"/>
                  </a:lnTo>
                  <a:lnTo>
                    <a:pt x="8917051" y="539534"/>
                  </a:lnTo>
                  <a:lnTo>
                    <a:pt x="8900160" y="539534"/>
                  </a:lnTo>
                  <a:lnTo>
                    <a:pt x="8900160" y="13026"/>
                  </a:lnTo>
                  <a:lnTo>
                    <a:pt x="8917051" y="13026"/>
                  </a:lnTo>
                  <a:lnTo>
                    <a:pt x="8917051" y="26149"/>
                  </a:lnTo>
                  <a:lnTo>
                    <a:pt x="16891" y="2614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266" id="266"/>
          <p:cNvGrpSpPr/>
          <p:nvPr/>
        </p:nvGrpSpPr>
        <p:grpSpPr>
          <a:xfrm rot="0">
            <a:off x="9862823" y="9070816"/>
            <a:ext cx="153419" cy="414471"/>
            <a:chOff x="0" y="0"/>
            <a:chExt cx="204559" cy="552628"/>
          </a:xfrm>
        </p:grpSpPr>
        <p:sp>
          <p:nvSpPr>
            <p:cNvPr name="Freeform 267" id="267"/>
            <p:cNvSpPr/>
            <p:nvPr/>
          </p:nvSpPr>
          <p:spPr>
            <a:xfrm flipH="false" flipV="false" rot="0">
              <a:off x="16891" y="13026"/>
              <a:ext cx="170688" cy="526509"/>
            </a:xfrm>
            <a:custGeom>
              <a:avLst/>
              <a:gdLst/>
              <a:ahLst/>
              <a:cxnLst/>
              <a:rect r="r" b="b" t="t" l="l"/>
              <a:pathLst>
                <a:path h="526509" w="170688">
                  <a:moveTo>
                    <a:pt x="0" y="0"/>
                  </a:moveTo>
                  <a:lnTo>
                    <a:pt x="170688" y="0"/>
                  </a:lnTo>
                  <a:lnTo>
                    <a:pt x="170688" y="526508"/>
                  </a:lnTo>
                  <a:lnTo>
                    <a:pt x="0" y="526508"/>
                  </a:lnTo>
                  <a:close/>
                </a:path>
              </a:pathLst>
            </a:custGeom>
            <a:solidFill>
              <a:srgbClr val="06B6D4"/>
            </a:solidFill>
          </p:spPr>
        </p:sp>
        <p:sp>
          <p:nvSpPr>
            <p:cNvPr name="Freeform 268" id="268"/>
            <p:cNvSpPr/>
            <p:nvPr/>
          </p:nvSpPr>
          <p:spPr>
            <a:xfrm flipH="false" flipV="false" rot="0">
              <a:off x="0" y="0"/>
              <a:ext cx="204470" cy="552561"/>
            </a:xfrm>
            <a:custGeom>
              <a:avLst/>
              <a:gdLst/>
              <a:ahLst/>
              <a:cxnLst/>
              <a:rect r="r" b="b" t="t" l="l"/>
              <a:pathLst>
                <a:path h="552561" w="204470">
                  <a:moveTo>
                    <a:pt x="16891" y="0"/>
                  </a:moveTo>
                  <a:lnTo>
                    <a:pt x="187579" y="0"/>
                  </a:lnTo>
                  <a:cubicBezTo>
                    <a:pt x="196977" y="0"/>
                    <a:pt x="204470" y="5876"/>
                    <a:pt x="204470" y="13026"/>
                  </a:cubicBezTo>
                  <a:lnTo>
                    <a:pt x="204470" y="539534"/>
                  </a:lnTo>
                  <a:cubicBezTo>
                    <a:pt x="204470" y="546782"/>
                    <a:pt x="196850" y="552560"/>
                    <a:pt x="187579" y="552560"/>
                  </a:cubicBezTo>
                  <a:lnTo>
                    <a:pt x="16891" y="552560"/>
                  </a:lnTo>
                  <a:cubicBezTo>
                    <a:pt x="7620" y="552667"/>
                    <a:pt x="0" y="546782"/>
                    <a:pt x="0" y="539534"/>
                  </a:cubicBezTo>
                  <a:lnTo>
                    <a:pt x="0" y="13026"/>
                  </a:lnTo>
                  <a:cubicBezTo>
                    <a:pt x="0" y="5876"/>
                    <a:pt x="7620" y="0"/>
                    <a:pt x="16891" y="0"/>
                  </a:cubicBezTo>
                  <a:moveTo>
                    <a:pt x="16891" y="26149"/>
                  </a:moveTo>
                  <a:lnTo>
                    <a:pt x="16891" y="13026"/>
                  </a:lnTo>
                  <a:lnTo>
                    <a:pt x="33909" y="13026"/>
                  </a:lnTo>
                  <a:lnTo>
                    <a:pt x="33909" y="539534"/>
                  </a:lnTo>
                  <a:lnTo>
                    <a:pt x="16891" y="539534"/>
                  </a:lnTo>
                  <a:lnTo>
                    <a:pt x="16891" y="526509"/>
                  </a:lnTo>
                  <a:lnTo>
                    <a:pt x="187579" y="526509"/>
                  </a:lnTo>
                  <a:lnTo>
                    <a:pt x="187579" y="539534"/>
                  </a:lnTo>
                  <a:lnTo>
                    <a:pt x="170688" y="539534"/>
                  </a:lnTo>
                  <a:lnTo>
                    <a:pt x="170688" y="13026"/>
                  </a:lnTo>
                  <a:lnTo>
                    <a:pt x="187579" y="13026"/>
                  </a:lnTo>
                  <a:lnTo>
                    <a:pt x="187579" y="26149"/>
                  </a:lnTo>
                  <a:lnTo>
                    <a:pt x="16891" y="26149"/>
                  </a:lnTo>
                  <a:close/>
                </a:path>
              </a:pathLst>
            </a:custGeom>
            <a:solidFill>
              <a:srgbClr val="06B6D4"/>
            </a:solidFill>
          </p:spPr>
        </p:sp>
      </p:grpSp>
      <p:grpSp>
        <p:nvGrpSpPr>
          <p:cNvPr name="Group 269" id="269"/>
          <p:cNvGrpSpPr/>
          <p:nvPr/>
        </p:nvGrpSpPr>
        <p:grpSpPr>
          <a:xfrm rot="0">
            <a:off x="10241280" y="9070816"/>
            <a:ext cx="5120640" cy="379419"/>
            <a:chOff x="0" y="0"/>
            <a:chExt cx="6827520" cy="505892"/>
          </a:xfrm>
        </p:grpSpPr>
        <p:sp>
          <p:nvSpPr>
            <p:cNvPr name="Freeform 270" id="270"/>
            <p:cNvSpPr/>
            <p:nvPr/>
          </p:nvSpPr>
          <p:spPr>
            <a:xfrm flipH="false" flipV="false" rot="0">
              <a:off x="0" y="0"/>
              <a:ext cx="6827520" cy="505884"/>
            </a:xfrm>
            <a:custGeom>
              <a:avLst/>
              <a:gdLst/>
              <a:ahLst/>
              <a:cxnLst/>
              <a:rect r="r" b="b" t="t" l="l"/>
              <a:pathLst>
                <a:path h="505884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505884"/>
                  </a:lnTo>
                  <a:lnTo>
                    <a:pt x="0" y="5058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9982" r="0" b="-195965"/>
              </a:stretch>
            </a:blipFill>
          </p:spPr>
        </p:sp>
        <p:sp>
          <p:nvSpPr>
            <p:cNvPr name="TextBox 271" id="271"/>
            <p:cNvSpPr txBox="true"/>
            <p:nvPr/>
          </p:nvSpPr>
          <p:spPr>
            <a:xfrm>
              <a:off x="0" y="-38100"/>
              <a:ext cx="682752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F4F4F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Mobile tests</a:t>
              </a:r>
            </a:p>
          </p:txBody>
        </p:sp>
      </p:grpSp>
      <p:grpSp>
        <p:nvGrpSpPr>
          <p:cNvPr name="Group 272" id="272"/>
          <p:cNvGrpSpPr/>
          <p:nvPr/>
        </p:nvGrpSpPr>
        <p:grpSpPr>
          <a:xfrm rot="0">
            <a:off x="16550640" y="9070816"/>
            <a:ext cx="822960" cy="379419"/>
            <a:chOff x="0" y="0"/>
            <a:chExt cx="1097280" cy="505892"/>
          </a:xfrm>
        </p:grpSpPr>
        <p:sp>
          <p:nvSpPr>
            <p:cNvPr name="Freeform 273" id="273"/>
            <p:cNvSpPr/>
            <p:nvPr/>
          </p:nvSpPr>
          <p:spPr>
            <a:xfrm flipH="false" flipV="false" rot="0">
              <a:off x="0" y="0"/>
              <a:ext cx="1097280" cy="505890"/>
            </a:xfrm>
            <a:custGeom>
              <a:avLst/>
              <a:gdLst/>
              <a:ahLst/>
              <a:cxnLst/>
              <a:rect r="r" b="b" t="t" l="l"/>
              <a:pathLst>
                <a:path h="505890" w="1097280">
                  <a:moveTo>
                    <a:pt x="0" y="0"/>
                  </a:moveTo>
                  <a:lnTo>
                    <a:pt x="1097280" y="0"/>
                  </a:lnTo>
                  <a:lnTo>
                    <a:pt x="1097280" y="505890"/>
                  </a:lnTo>
                  <a:lnTo>
                    <a:pt x="0" y="50589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329" r="0" b="23803"/>
              </a:stretch>
            </a:blipFill>
          </p:spPr>
        </p:sp>
        <p:sp>
          <p:nvSpPr>
            <p:cNvPr name="TextBox 274" id="274"/>
            <p:cNvSpPr txBox="true"/>
            <p:nvPr/>
          </p:nvSpPr>
          <p:spPr>
            <a:xfrm>
              <a:off x="0" y="-38100"/>
              <a:ext cx="1097280" cy="54399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</a:t>
              </a:r>
              <a:r>
                <a:rPr lang="en-US" sz="1900">
                  <a:solidFill>
                    <a:srgbClr val="F59E0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tests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RETROSPECTIVE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Retrospective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18823" y="2273303"/>
            <a:ext cx="8255003" cy="7340603"/>
            <a:chOff x="0" y="0"/>
            <a:chExt cx="11006671" cy="978747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10972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006582" cy="9787382"/>
            </a:xfrm>
            <a:custGeom>
              <a:avLst/>
              <a:gdLst/>
              <a:ahLst/>
              <a:cxnLst/>
              <a:rect r="r" b="b" t="t" l="l"/>
              <a:pathLst>
                <a:path h="97873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770491"/>
                  </a:lnTo>
                  <a:cubicBezTo>
                    <a:pt x="11006582" y="9779889"/>
                    <a:pt x="10998962" y="9787382"/>
                    <a:pt x="10989691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0989691" y="9753600"/>
                  </a:lnTo>
                  <a:lnTo>
                    <a:pt x="10989691" y="9770491"/>
                  </a:lnTo>
                  <a:lnTo>
                    <a:pt x="10972800" y="97704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18823" y="2273303"/>
            <a:ext cx="8255003" cy="756923"/>
            <a:chOff x="0" y="0"/>
            <a:chExt cx="11006671" cy="10092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0065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92251"/>
                  </a:lnTo>
                  <a:cubicBezTo>
                    <a:pt x="11006582" y="1001649"/>
                    <a:pt x="10998962" y="1009142"/>
                    <a:pt x="109896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989691" y="975360"/>
                  </a:lnTo>
                  <a:lnTo>
                    <a:pt x="10989691" y="992251"/>
                  </a:lnTo>
                  <a:lnTo>
                    <a:pt x="10972800" y="9922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2286000"/>
            <a:ext cx="8229600" cy="731520"/>
            <a:chOff x="0" y="0"/>
            <a:chExt cx="10972800" cy="97536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9728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✅  What Went Well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97280" y="3328416"/>
            <a:ext cx="7498080" cy="877824"/>
            <a:chOff x="0" y="0"/>
            <a:chExt cx="9997440" cy="117043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End-to-end type safety — backend types flow directly into the frontend with zero duplication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97280" y="4315968"/>
            <a:ext cx="7498080" cy="877824"/>
            <a:chOff x="0" y="0"/>
            <a:chExt cx="9997440" cy="117043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Docker setup worked cleanly — one command to spin up the entire stack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1097280" y="5303520"/>
            <a:ext cx="7498080" cy="877824"/>
            <a:chOff x="0" y="0"/>
            <a:chExt cx="9997440" cy="117043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Zod middleware validates every request before it hits any controller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097280" y="6291072"/>
            <a:ext cx="7498080" cy="877824"/>
            <a:chOff x="0" y="0"/>
            <a:chExt cx="9997440" cy="1170432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 Actions CI runs tests automatically on every pull request to main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097280" y="7278624"/>
            <a:ext cx="7498080" cy="877824"/>
            <a:chOff x="0" y="0"/>
            <a:chExt cx="9997440" cy="1170432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JWT + bcrypt auth fully implemented including email verification and password reset via AWS SES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097280" y="8266176"/>
            <a:ext cx="7498080" cy="877824"/>
            <a:chOff x="0" y="0"/>
            <a:chExt cx="9997440" cy="1170432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22C55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✓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Both web and mobile apps successfully connect to and consume the shared backend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9314183" y="2273303"/>
            <a:ext cx="8255003" cy="7340603"/>
            <a:chOff x="0" y="0"/>
            <a:chExt cx="11006671" cy="97874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6891" y="16891"/>
              <a:ext cx="10972800" cy="9753600"/>
            </a:xfrm>
            <a:custGeom>
              <a:avLst/>
              <a:gdLst/>
              <a:ahLst/>
              <a:cxnLst/>
              <a:rect r="r" b="b" t="t" l="l"/>
              <a:pathLst>
                <a:path h="975360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1006582" cy="9787382"/>
            </a:xfrm>
            <a:custGeom>
              <a:avLst/>
              <a:gdLst/>
              <a:ahLst/>
              <a:cxnLst/>
              <a:rect r="r" b="b" t="t" l="l"/>
              <a:pathLst>
                <a:path h="9787382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770491"/>
                  </a:lnTo>
                  <a:cubicBezTo>
                    <a:pt x="11006582" y="9779889"/>
                    <a:pt x="10998962" y="9787382"/>
                    <a:pt x="10989691" y="9787382"/>
                  </a:cubicBezTo>
                  <a:lnTo>
                    <a:pt x="16891" y="9787382"/>
                  </a:lnTo>
                  <a:cubicBezTo>
                    <a:pt x="7493" y="9787382"/>
                    <a:pt x="0" y="9779762"/>
                    <a:pt x="0" y="97704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770491"/>
                  </a:lnTo>
                  <a:lnTo>
                    <a:pt x="16891" y="9770491"/>
                  </a:lnTo>
                  <a:lnTo>
                    <a:pt x="16891" y="9753600"/>
                  </a:lnTo>
                  <a:lnTo>
                    <a:pt x="10989691" y="9753600"/>
                  </a:lnTo>
                  <a:lnTo>
                    <a:pt x="10989691" y="9770491"/>
                  </a:lnTo>
                  <a:lnTo>
                    <a:pt x="10972800" y="977049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9314183" y="2273303"/>
            <a:ext cx="8255003" cy="756923"/>
            <a:chOff x="0" y="0"/>
            <a:chExt cx="11006671" cy="100923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16891" y="16891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DC2626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0065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11006582">
                  <a:moveTo>
                    <a:pt x="16891" y="0"/>
                  </a:moveTo>
                  <a:lnTo>
                    <a:pt x="10989691" y="0"/>
                  </a:lnTo>
                  <a:cubicBezTo>
                    <a:pt x="10999089" y="0"/>
                    <a:pt x="11006582" y="7620"/>
                    <a:pt x="11006582" y="16891"/>
                  </a:cubicBezTo>
                  <a:lnTo>
                    <a:pt x="11006582" y="992251"/>
                  </a:lnTo>
                  <a:cubicBezTo>
                    <a:pt x="11006582" y="1001649"/>
                    <a:pt x="10998962" y="1009142"/>
                    <a:pt x="109896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10989691" y="975360"/>
                  </a:lnTo>
                  <a:lnTo>
                    <a:pt x="10989691" y="992251"/>
                  </a:lnTo>
                  <a:lnTo>
                    <a:pt x="10972800" y="992251"/>
                  </a:lnTo>
                  <a:lnTo>
                    <a:pt x="10972800" y="16891"/>
                  </a:lnTo>
                  <a:lnTo>
                    <a:pt x="10989691" y="16891"/>
                  </a:lnTo>
                  <a:lnTo>
                    <a:pt x="10989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C2626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9326880" y="2286000"/>
            <a:ext cx="8229600" cy="731520"/>
            <a:chOff x="0" y="0"/>
            <a:chExt cx="10972800" cy="97536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972800" cy="975360"/>
            </a:xfrm>
            <a:custGeom>
              <a:avLst/>
              <a:gdLst/>
              <a:ahLst/>
              <a:cxnLst/>
              <a:rect r="r" b="b" t="t" l="l"/>
              <a:pathLst>
                <a:path h="9753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9206" r="0" b="-169206"/>
              </a:stretch>
            </a:blip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1097280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What Didn't Go Well</a:t>
              </a:r>
            </a:p>
          </p:txBody>
        </p:sp>
      </p:grpSp>
      <p:grpSp>
        <p:nvGrpSpPr>
          <p:cNvPr name="Group 47" id="47"/>
          <p:cNvGrpSpPr/>
          <p:nvPr/>
        </p:nvGrpSpPr>
        <p:grpSpPr>
          <a:xfrm rot="0">
            <a:off x="9692640" y="4206240"/>
            <a:ext cx="7498080" cy="877824"/>
            <a:chOff x="0" y="0"/>
            <a:chExt cx="9997440" cy="1170432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Android emulator performance was very slow — switched to Chrome for Flutter testing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9692640" y="5943605"/>
            <a:ext cx="7498080" cy="877824"/>
            <a:chOff x="0" y="0"/>
            <a:chExt cx="9997440" cy="1170432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9997440" cy="1170432"/>
            </a:xfrm>
            <a:custGeom>
              <a:avLst/>
              <a:gdLst/>
              <a:ahLst/>
              <a:cxnLst/>
              <a:rect r="r" b="b" t="t" l="l"/>
              <a:pathLst>
                <a:path h="1170432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1170432"/>
                  </a:lnTo>
                  <a:lnTo>
                    <a:pt x="0" y="11704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6434" r="0" b="-116434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9997440" cy="120853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 b="true">
                  <a:solidFill>
                    <a:srgbClr val="EF4444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✗  </a:t>
              </a:r>
              <a:r>
                <a:rPr lang="en-US" sz="19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CORS configuration needed multiple iterations to work correctly across web, emulator, and Chrome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Diagrams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9" y="2030073"/>
            <a:ext cx="16527771" cy="7913399"/>
            <a:chOff x="0" y="0"/>
            <a:chExt cx="22037028" cy="105511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085" y="16891"/>
              <a:ext cx="21970683" cy="10517378"/>
            </a:xfrm>
            <a:custGeom>
              <a:avLst/>
              <a:gdLst/>
              <a:ahLst/>
              <a:cxnLst/>
              <a:rect r="r" b="b" t="t" l="l"/>
              <a:pathLst>
                <a:path h="10517378" w="21970683">
                  <a:moveTo>
                    <a:pt x="0" y="0"/>
                  </a:moveTo>
                  <a:lnTo>
                    <a:pt x="21970684" y="0"/>
                  </a:lnTo>
                  <a:lnTo>
                    <a:pt x="21970684" y="10517378"/>
                  </a:lnTo>
                  <a:lnTo>
                    <a:pt x="0" y="1051737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36853" cy="10551160"/>
            </a:xfrm>
            <a:custGeom>
              <a:avLst/>
              <a:gdLst/>
              <a:ahLst/>
              <a:cxnLst/>
              <a:rect r="r" b="b" t="t" l="l"/>
              <a:pathLst>
                <a:path h="10551160" w="22036853">
                  <a:moveTo>
                    <a:pt x="33085" y="0"/>
                  </a:moveTo>
                  <a:lnTo>
                    <a:pt x="22003769" y="0"/>
                  </a:lnTo>
                  <a:cubicBezTo>
                    <a:pt x="22022177" y="0"/>
                    <a:pt x="22036853" y="7620"/>
                    <a:pt x="22036853" y="16891"/>
                  </a:cubicBezTo>
                  <a:lnTo>
                    <a:pt x="22036853" y="10534269"/>
                  </a:lnTo>
                  <a:cubicBezTo>
                    <a:pt x="22036853" y="10543667"/>
                    <a:pt x="22021929" y="10551160"/>
                    <a:pt x="22003769" y="10551160"/>
                  </a:cubicBezTo>
                  <a:lnTo>
                    <a:pt x="33085" y="10551160"/>
                  </a:lnTo>
                  <a:cubicBezTo>
                    <a:pt x="14677" y="10551160"/>
                    <a:pt x="0" y="10543539"/>
                    <a:pt x="0" y="10534269"/>
                  </a:cubicBezTo>
                  <a:lnTo>
                    <a:pt x="0" y="16891"/>
                  </a:lnTo>
                  <a:cubicBezTo>
                    <a:pt x="0" y="7620"/>
                    <a:pt x="14926" y="0"/>
                    <a:pt x="33085" y="0"/>
                  </a:cubicBezTo>
                  <a:moveTo>
                    <a:pt x="33085" y="33909"/>
                  </a:moveTo>
                  <a:lnTo>
                    <a:pt x="33085" y="16891"/>
                  </a:lnTo>
                  <a:lnTo>
                    <a:pt x="66420" y="16891"/>
                  </a:lnTo>
                  <a:lnTo>
                    <a:pt x="66420" y="10534269"/>
                  </a:lnTo>
                  <a:lnTo>
                    <a:pt x="33085" y="10534269"/>
                  </a:lnTo>
                  <a:lnTo>
                    <a:pt x="33085" y="10517377"/>
                  </a:lnTo>
                  <a:lnTo>
                    <a:pt x="22003769" y="10517377"/>
                  </a:lnTo>
                  <a:lnTo>
                    <a:pt x="22003769" y="10534269"/>
                  </a:lnTo>
                  <a:lnTo>
                    <a:pt x="21970684" y="10534269"/>
                  </a:lnTo>
                  <a:lnTo>
                    <a:pt x="21970684" y="16891"/>
                  </a:lnTo>
                  <a:lnTo>
                    <a:pt x="22003769" y="16891"/>
                  </a:lnTo>
                  <a:lnTo>
                    <a:pt x="22003769" y="33909"/>
                  </a:lnTo>
                  <a:lnTo>
                    <a:pt x="33085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19326" y="4348901"/>
            <a:ext cx="15936743" cy="3466242"/>
          </a:xfrm>
          <a:custGeom>
            <a:avLst/>
            <a:gdLst/>
            <a:ahLst/>
            <a:cxnLst/>
            <a:rect r="r" b="b" t="t" l="l"/>
            <a:pathLst>
              <a:path h="3466242" w="15936743">
                <a:moveTo>
                  <a:pt x="0" y="0"/>
                </a:moveTo>
                <a:lnTo>
                  <a:pt x="15936743" y="0"/>
                </a:lnTo>
                <a:lnTo>
                  <a:pt x="15936743" y="3466242"/>
                </a:lnTo>
                <a:lnTo>
                  <a:pt x="0" y="346624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072640"/>
            <a:ext cx="751726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4F4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Use Case Diagram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26971" y="2529840"/>
            <a:ext cx="899065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A1A1AA"/>
                </a:solidFill>
                <a:latin typeface="Calibri (MS)"/>
                <a:ea typeface="Calibri (MS)"/>
                <a:cs typeface="Calibri (MS)"/>
                <a:sym typeface="Calibri (MS)"/>
              </a:rPr>
              <a:t>Shows interactions between Teacher and Student roles with the system — account management, topic/question CRUD, answer checking, and email verification.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31520" y="2014052"/>
            <a:ext cx="228849" cy="7919885"/>
            <a:chOff x="0" y="0"/>
            <a:chExt cx="305132" cy="105598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3085" y="16891"/>
              <a:ext cx="238812" cy="10526014"/>
            </a:xfrm>
            <a:custGeom>
              <a:avLst/>
              <a:gdLst/>
              <a:ahLst/>
              <a:cxnLst/>
              <a:rect r="r" b="b" t="t" l="l"/>
              <a:pathLst>
                <a:path h="10526014" w="238812">
                  <a:moveTo>
                    <a:pt x="0" y="0"/>
                  </a:moveTo>
                  <a:lnTo>
                    <a:pt x="238812" y="0"/>
                  </a:lnTo>
                  <a:lnTo>
                    <a:pt x="238812" y="10526014"/>
                  </a:lnTo>
                  <a:lnTo>
                    <a:pt x="0" y="10526014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983" cy="10559797"/>
            </a:xfrm>
            <a:custGeom>
              <a:avLst/>
              <a:gdLst/>
              <a:ahLst/>
              <a:cxnLst/>
              <a:rect r="r" b="b" t="t" l="l"/>
              <a:pathLst>
                <a:path h="10559797" w="304983">
                  <a:moveTo>
                    <a:pt x="33085" y="0"/>
                  </a:moveTo>
                  <a:lnTo>
                    <a:pt x="271897" y="0"/>
                  </a:lnTo>
                  <a:cubicBezTo>
                    <a:pt x="290306" y="0"/>
                    <a:pt x="304983" y="7620"/>
                    <a:pt x="304983" y="16891"/>
                  </a:cubicBezTo>
                  <a:lnTo>
                    <a:pt x="304983" y="10542905"/>
                  </a:lnTo>
                  <a:cubicBezTo>
                    <a:pt x="304983" y="10552303"/>
                    <a:pt x="290057" y="10559797"/>
                    <a:pt x="271897" y="10559797"/>
                  </a:cubicBezTo>
                  <a:lnTo>
                    <a:pt x="33085" y="10559797"/>
                  </a:lnTo>
                  <a:cubicBezTo>
                    <a:pt x="14677" y="10559797"/>
                    <a:pt x="0" y="10552176"/>
                    <a:pt x="0" y="10542905"/>
                  </a:cubicBezTo>
                  <a:lnTo>
                    <a:pt x="0" y="16891"/>
                  </a:lnTo>
                  <a:cubicBezTo>
                    <a:pt x="0" y="7620"/>
                    <a:pt x="14926" y="0"/>
                    <a:pt x="33085" y="0"/>
                  </a:cubicBezTo>
                  <a:moveTo>
                    <a:pt x="33085" y="33909"/>
                  </a:moveTo>
                  <a:lnTo>
                    <a:pt x="33085" y="16891"/>
                  </a:lnTo>
                  <a:lnTo>
                    <a:pt x="66420" y="16891"/>
                  </a:lnTo>
                  <a:lnTo>
                    <a:pt x="66420" y="10542905"/>
                  </a:lnTo>
                  <a:lnTo>
                    <a:pt x="33085" y="10542905"/>
                  </a:lnTo>
                  <a:lnTo>
                    <a:pt x="33085" y="10526014"/>
                  </a:lnTo>
                  <a:lnTo>
                    <a:pt x="271897" y="10526014"/>
                  </a:lnTo>
                  <a:lnTo>
                    <a:pt x="271897" y="10542905"/>
                  </a:lnTo>
                  <a:lnTo>
                    <a:pt x="238812" y="10542905"/>
                  </a:lnTo>
                  <a:lnTo>
                    <a:pt x="238812" y="16891"/>
                  </a:lnTo>
                  <a:lnTo>
                    <a:pt x="271897" y="16891"/>
                  </a:lnTo>
                  <a:lnTo>
                    <a:pt x="271897" y="33909"/>
                  </a:lnTo>
                  <a:lnTo>
                    <a:pt x="33085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Diagrams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014052"/>
            <a:ext cx="16527780" cy="7919885"/>
            <a:chOff x="0" y="0"/>
            <a:chExt cx="22037040" cy="105598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085" y="16891"/>
              <a:ext cx="21970696" cy="10526014"/>
            </a:xfrm>
            <a:custGeom>
              <a:avLst/>
              <a:gdLst/>
              <a:ahLst/>
              <a:cxnLst/>
              <a:rect r="r" b="b" t="t" l="l"/>
              <a:pathLst>
                <a:path h="10526014" w="21970696">
                  <a:moveTo>
                    <a:pt x="0" y="0"/>
                  </a:moveTo>
                  <a:lnTo>
                    <a:pt x="21970696" y="0"/>
                  </a:lnTo>
                  <a:lnTo>
                    <a:pt x="21970696" y="10526014"/>
                  </a:lnTo>
                  <a:lnTo>
                    <a:pt x="0" y="10526014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36866" cy="10559797"/>
            </a:xfrm>
            <a:custGeom>
              <a:avLst/>
              <a:gdLst/>
              <a:ahLst/>
              <a:cxnLst/>
              <a:rect r="r" b="b" t="t" l="l"/>
              <a:pathLst>
                <a:path h="10559797" w="22036866">
                  <a:moveTo>
                    <a:pt x="33085" y="0"/>
                  </a:moveTo>
                  <a:lnTo>
                    <a:pt x="22003781" y="0"/>
                  </a:lnTo>
                  <a:cubicBezTo>
                    <a:pt x="22022189" y="0"/>
                    <a:pt x="22036866" y="7620"/>
                    <a:pt x="22036866" y="16891"/>
                  </a:cubicBezTo>
                  <a:lnTo>
                    <a:pt x="22036866" y="10542905"/>
                  </a:lnTo>
                  <a:cubicBezTo>
                    <a:pt x="22036866" y="10552303"/>
                    <a:pt x="22021941" y="10559797"/>
                    <a:pt x="22003781" y="10559797"/>
                  </a:cubicBezTo>
                  <a:lnTo>
                    <a:pt x="33085" y="10559797"/>
                  </a:lnTo>
                  <a:cubicBezTo>
                    <a:pt x="14677" y="10559797"/>
                    <a:pt x="0" y="10552176"/>
                    <a:pt x="0" y="10542905"/>
                  </a:cubicBezTo>
                  <a:lnTo>
                    <a:pt x="0" y="16891"/>
                  </a:lnTo>
                  <a:cubicBezTo>
                    <a:pt x="0" y="7620"/>
                    <a:pt x="14926" y="0"/>
                    <a:pt x="33085" y="0"/>
                  </a:cubicBezTo>
                  <a:moveTo>
                    <a:pt x="33085" y="33909"/>
                  </a:moveTo>
                  <a:lnTo>
                    <a:pt x="33085" y="16891"/>
                  </a:lnTo>
                  <a:lnTo>
                    <a:pt x="66420" y="16891"/>
                  </a:lnTo>
                  <a:lnTo>
                    <a:pt x="66420" y="10542905"/>
                  </a:lnTo>
                  <a:lnTo>
                    <a:pt x="33085" y="10542905"/>
                  </a:lnTo>
                  <a:lnTo>
                    <a:pt x="33085" y="10526014"/>
                  </a:lnTo>
                  <a:lnTo>
                    <a:pt x="22003781" y="10526014"/>
                  </a:lnTo>
                  <a:lnTo>
                    <a:pt x="22003781" y="10542905"/>
                  </a:lnTo>
                  <a:lnTo>
                    <a:pt x="21970696" y="10542905"/>
                  </a:lnTo>
                  <a:lnTo>
                    <a:pt x="21970696" y="16891"/>
                  </a:lnTo>
                  <a:lnTo>
                    <a:pt x="22003781" y="16891"/>
                  </a:lnTo>
                  <a:lnTo>
                    <a:pt x="22003781" y="33909"/>
                  </a:lnTo>
                  <a:lnTo>
                    <a:pt x="33085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2014052"/>
            <a:ext cx="228849" cy="7919885"/>
            <a:chOff x="0" y="0"/>
            <a:chExt cx="305132" cy="10559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33085" y="16891"/>
              <a:ext cx="238812" cy="10526014"/>
            </a:xfrm>
            <a:custGeom>
              <a:avLst/>
              <a:gdLst/>
              <a:ahLst/>
              <a:cxnLst/>
              <a:rect r="r" b="b" t="t" l="l"/>
              <a:pathLst>
                <a:path h="10526014" w="238812">
                  <a:moveTo>
                    <a:pt x="0" y="0"/>
                  </a:moveTo>
                  <a:lnTo>
                    <a:pt x="238812" y="0"/>
                  </a:lnTo>
                  <a:lnTo>
                    <a:pt x="238812" y="10526014"/>
                  </a:lnTo>
                  <a:lnTo>
                    <a:pt x="0" y="10526014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04983" cy="10559797"/>
            </a:xfrm>
            <a:custGeom>
              <a:avLst/>
              <a:gdLst/>
              <a:ahLst/>
              <a:cxnLst/>
              <a:rect r="r" b="b" t="t" l="l"/>
              <a:pathLst>
                <a:path h="10559797" w="304983">
                  <a:moveTo>
                    <a:pt x="33085" y="0"/>
                  </a:moveTo>
                  <a:lnTo>
                    <a:pt x="271897" y="0"/>
                  </a:lnTo>
                  <a:cubicBezTo>
                    <a:pt x="290306" y="0"/>
                    <a:pt x="304983" y="7620"/>
                    <a:pt x="304983" y="16891"/>
                  </a:cubicBezTo>
                  <a:lnTo>
                    <a:pt x="304983" y="10542905"/>
                  </a:lnTo>
                  <a:cubicBezTo>
                    <a:pt x="304983" y="10552303"/>
                    <a:pt x="290057" y="10559797"/>
                    <a:pt x="271897" y="10559797"/>
                  </a:cubicBezTo>
                  <a:lnTo>
                    <a:pt x="33085" y="10559797"/>
                  </a:lnTo>
                  <a:cubicBezTo>
                    <a:pt x="14677" y="10559797"/>
                    <a:pt x="0" y="10552176"/>
                    <a:pt x="0" y="10542905"/>
                  </a:cubicBezTo>
                  <a:lnTo>
                    <a:pt x="0" y="16891"/>
                  </a:lnTo>
                  <a:cubicBezTo>
                    <a:pt x="0" y="7620"/>
                    <a:pt x="14926" y="0"/>
                    <a:pt x="33085" y="0"/>
                  </a:cubicBezTo>
                  <a:moveTo>
                    <a:pt x="33085" y="33909"/>
                  </a:moveTo>
                  <a:lnTo>
                    <a:pt x="33085" y="16891"/>
                  </a:lnTo>
                  <a:lnTo>
                    <a:pt x="66420" y="16891"/>
                  </a:lnTo>
                  <a:lnTo>
                    <a:pt x="66420" y="10542905"/>
                  </a:lnTo>
                  <a:lnTo>
                    <a:pt x="33085" y="10542905"/>
                  </a:lnTo>
                  <a:lnTo>
                    <a:pt x="33085" y="10526014"/>
                  </a:lnTo>
                  <a:lnTo>
                    <a:pt x="271897" y="10526014"/>
                  </a:lnTo>
                  <a:lnTo>
                    <a:pt x="271897" y="10542905"/>
                  </a:lnTo>
                  <a:lnTo>
                    <a:pt x="238812" y="10542905"/>
                  </a:lnTo>
                  <a:lnTo>
                    <a:pt x="238812" y="16891"/>
                  </a:lnTo>
                  <a:lnTo>
                    <a:pt x="271897" y="16891"/>
                  </a:lnTo>
                  <a:lnTo>
                    <a:pt x="271897" y="33909"/>
                  </a:lnTo>
                  <a:lnTo>
                    <a:pt x="33085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28700" y="2072640"/>
            <a:ext cx="15235808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4F4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Activity Diagram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615159" y="2529840"/>
            <a:ext cx="827260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A1A1AA"/>
                </a:solidFill>
                <a:latin typeface="Calibri (MS)"/>
                <a:ea typeface="Calibri (MS)"/>
                <a:cs typeface="Calibri (MS)"/>
                <a:sym typeface="Calibri (MS)"/>
              </a:rPr>
              <a:t>Main system flow from login through topic management and question handling. Covers both teacher and student paths through the application.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098293" y="3438754"/>
            <a:ext cx="3718056" cy="6126171"/>
            <a:chOff x="0" y="0"/>
            <a:chExt cx="5168490" cy="85160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168515" cy="8515966"/>
            </a:xfrm>
            <a:custGeom>
              <a:avLst/>
              <a:gdLst/>
              <a:ahLst/>
              <a:cxnLst/>
              <a:rect r="r" b="b" t="t" l="l"/>
              <a:pathLst>
                <a:path h="8515966" w="5168515">
                  <a:moveTo>
                    <a:pt x="0" y="0"/>
                  </a:moveTo>
                  <a:lnTo>
                    <a:pt x="5168515" y="0"/>
                  </a:lnTo>
                  <a:lnTo>
                    <a:pt x="5168515" y="8515966"/>
                  </a:lnTo>
                  <a:lnTo>
                    <a:pt x="0" y="8515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9812" t="0" r="-103825" b="-289783"/>
              </a:stretch>
            </a:blip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5121149" y="3438754"/>
            <a:ext cx="3718056" cy="6126171"/>
            <a:chOff x="0" y="0"/>
            <a:chExt cx="5168490" cy="851602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168515" cy="8515966"/>
            </a:xfrm>
            <a:custGeom>
              <a:avLst/>
              <a:gdLst/>
              <a:ahLst/>
              <a:cxnLst/>
              <a:rect r="r" b="b" t="t" l="l"/>
              <a:pathLst>
                <a:path h="8515966" w="5168515">
                  <a:moveTo>
                    <a:pt x="0" y="0"/>
                  </a:moveTo>
                  <a:lnTo>
                    <a:pt x="5168515" y="0"/>
                  </a:lnTo>
                  <a:lnTo>
                    <a:pt x="5168515" y="8515966"/>
                  </a:lnTo>
                  <a:lnTo>
                    <a:pt x="0" y="8515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8910" t="-99148" r="-103431" b="-206515"/>
              </a:stretch>
            </a:blip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9144005" y="3438754"/>
            <a:ext cx="3811955" cy="6126171"/>
            <a:chOff x="0" y="0"/>
            <a:chExt cx="5299019" cy="851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299045" cy="8515966"/>
            </a:xfrm>
            <a:custGeom>
              <a:avLst/>
              <a:gdLst/>
              <a:ahLst/>
              <a:cxnLst/>
              <a:rect r="r" b="b" t="t" l="l"/>
              <a:pathLst>
                <a:path h="8515966" w="5299045">
                  <a:moveTo>
                    <a:pt x="0" y="0"/>
                  </a:moveTo>
                  <a:lnTo>
                    <a:pt x="5299045" y="0"/>
                  </a:lnTo>
                  <a:lnTo>
                    <a:pt x="5299045" y="8515966"/>
                  </a:lnTo>
                  <a:lnTo>
                    <a:pt x="0" y="8515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804" t="-163394" r="-87642" b="-8911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3169705" y="3438754"/>
            <a:ext cx="3811955" cy="6126171"/>
            <a:chOff x="0" y="0"/>
            <a:chExt cx="5299019" cy="851602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299045" cy="8515966"/>
            </a:xfrm>
            <a:custGeom>
              <a:avLst/>
              <a:gdLst/>
              <a:ahLst/>
              <a:cxnLst/>
              <a:rect r="r" b="b" t="t" l="l"/>
              <a:pathLst>
                <a:path h="8515966" w="5299045">
                  <a:moveTo>
                    <a:pt x="0" y="0"/>
                  </a:moveTo>
                  <a:lnTo>
                    <a:pt x="5299045" y="0"/>
                  </a:lnTo>
                  <a:lnTo>
                    <a:pt x="5299045" y="8515966"/>
                  </a:lnTo>
                  <a:lnTo>
                    <a:pt x="0" y="85159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548" t="-256367" r="-87962" b="0"/>
              </a:stretch>
            </a:blipFill>
          </p:spPr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Diagrams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020548"/>
            <a:ext cx="16527780" cy="7913399"/>
            <a:chOff x="0" y="0"/>
            <a:chExt cx="22037040" cy="105511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085" y="16891"/>
              <a:ext cx="21970696" cy="10517378"/>
            </a:xfrm>
            <a:custGeom>
              <a:avLst/>
              <a:gdLst/>
              <a:ahLst/>
              <a:cxnLst/>
              <a:rect r="r" b="b" t="t" l="l"/>
              <a:pathLst>
                <a:path h="10517378" w="21970696">
                  <a:moveTo>
                    <a:pt x="0" y="0"/>
                  </a:moveTo>
                  <a:lnTo>
                    <a:pt x="21970696" y="0"/>
                  </a:lnTo>
                  <a:lnTo>
                    <a:pt x="21970696" y="10517378"/>
                  </a:lnTo>
                  <a:lnTo>
                    <a:pt x="0" y="10517378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36866" cy="10551160"/>
            </a:xfrm>
            <a:custGeom>
              <a:avLst/>
              <a:gdLst/>
              <a:ahLst/>
              <a:cxnLst/>
              <a:rect r="r" b="b" t="t" l="l"/>
              <a:pathLst>
                <a:path h="10551160" w="22036866">
                  <a:moveTo>
                    <a:pt x="33085" y="0"/>
                  </a:moveTo>
                  <a:lnTo>
                    <a:pt x="22003781" y="0"/>
                  </a:lnTo>
                  <a:cubicBezTo>
                    <a:pt x="22022189" y="0"/>
                    <a:pt x="22036866" y="7620"/>
                    <a:pt x="22036866" y="16891"/>
                  </a:cubicBezTo>
                  <a:lnTo>
                    <a:pt x="22036866" y="10534269"/>
                  </a:lnTo>
                  <a:cubicBezTo>
                    <a:pt x="22036866" y="10543667"/>
                    <a:pt x="22021941" y="10551160"/>
                    <a:pt x="22003781" y="10551160"/>
                  </a:cubicBezTo>
                  <a:lnTo>
                    <a:pt x="33085" y="10551160"/>
                  </a:lnTo>
                  <a:cubicBezTo>
                    <a:pt x="14677" y="10551160"/>
                    <a:pt x="0" y="10543539"/>
                    <a:pt x="0" y="10534269"/>
                  </a:cubicBezTo>
                  <a:lnTo>
                    <a:pt x="0" y="16891"/>
                  </a:lnTo>
                  <a:cubicBezTo>
                    <a:pt x="0" y="7620"/>
                    <a:pt x="14926" y="0"/>
                    <a:pt x="33085" y="0"/>
                  </a:cubicBezTo>
                  <a:moveTo>
                    <a:pt x="33085" y="33909"/>
                  </a:moveTo>
                  <a:lnTo>
                    <a:pt x="33085" y="16891"/>
                  </a:lnTo>
                  <a:lnTo>
                    <a:pt x="66420" y="16891"/>
                  </a:lnTo>
                  <a:lnTo>
                    <a:pt x="66420" y="10534269"/>
                  </a:lnTo>
                  <a:lnTo>
                    <a:pt x="33085" y="10534269"/>
                  </a:lnTo>
                  <a:lnTo>
                    <a:pt x="33085" y="10517377"/>
                  </a:lnTo>
                  <a:lnTo>
                    <a:pt x="22003781" y="10517377"/>
                  </a:lnTo>
                  <a:lnTo>
                    <a:pt x="22003781" y="10534269"/>
                  </a:lnTo>
                  <a:lnTo>
                    <a:pt x="21970696" y="10534269"/>
                  </a:lnTo>
                  <a:lnTo>
                    <a:pt x="21970696" y="16891"/>
                  </a:lnTo>
                  <a:lnTo>
                    <a:pt x="22003781" y="16891"/>
                  </a:lnTo>
                  <a:lnTo>
                    <a:pt x="22003781" y="33909"/>
                  </a:lnTo>
                  <a:lnTo>
                    <a:pt x="33085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4673634" y="3481102"/>
            <a:ext cx="8940731" cy="6202632"/>
          </a:xfrm>
          <a:custGeom>
            <a:avLst/>
            <a:gdLst/>
            <a:ahLst/>
            <a:cxnLst/>
            <a:rect r="r" b="b" t="t" l="l"/>
            <a:pathLst>
              <a:path h="6202632" w="8940731">
                <a:moveTo>
                  <a:pt x="0" y="0"/>
                </a:moveTo>
                <a:lnTo>
                  <a:pt x="8940732" y="0"/>
                </a:lnTo>
                <a:lnTo>
                  <a:pt x="8940732" y="6202632"/>
                </a:lnTo>
                <a:lnTo>
                  <a:pt x="0" y="62026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70743" y="2071402"/>
            <a:ext cx="77724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4F4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258355" y="2528602"/>
            <a:ext cx="9614791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A1A1AA"/>
                </a:solidFill>
                <a:latin typeface="Calibri (MS)"/>
                <a:ea typeface="Calibri (MS)"/>
                <a:cs typeface="Calibri (MS)"/>
                <a:sym typeface="Calibri (MS)"/>
              </a:rPr>
              <a:t>Entity-relationship diagram generated from MongoDB showing users, topics, questions, choices, FRQ schemas, and auth codes and their relationships.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731520" y="2014052"/>
            <a:ext cx="228849" cy="7919885"/>
            <a:chOff x="0" y="0"/>
            <a:chExt cx="305132" cy="105598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33085" y="16891"/>
              <a:ext cx="238812" cy="10526014"/>
            </a:xfrm>
            <a:custGeom>
              <a:avLst/>
              <a:gdLst/>
              <a:ahLst/>
              <a:cxnLst/>
              <a:rect r="r" b="b" t="t" l="l"/>
              <a:pathLst>
                <a:path h="10526014" w="238812">
                  <a:moveTo>
                    <a:pt x="0" y="0"/>
                  </a:moveTo>
                  <a:lnTo>
                    <a:pt x="238812" y="0"/>
                  </a:lnTo>
                  <a:lnTo>
                    <a:pt x="238812" y="10526014"/>
                  </a:lnTo>
                  <a:lnTo>
                    <a:pt x="0" y="10526014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04983" cy="10559797"/>
            </a:xfrm>
            <a:custGeom>
              <a:avLst/>
              <a:gdLst/>
              <a:ahLst/>
              <a:cxnLst/>
              <a:rect r="r" b="b" t="t" l="l"/>
              <a:pathLst>
                <a:path h="10559797" w="304983">
                  <a:moveTo>
                    <a:pt x="33085" y="0"/>
                  </a:moveTo>
                  <a:lnTo>
                    <a:pt x="271897" y="0"/>
                  </a:lnTo>
                  <a:cubicBezTo>
                    <a:pt x="290306" y="0"/>
                    <a:pt x="304983" y="7620"/>
                    <a:pt x="304983" y="16891"/>
                  </a:cubicBezTo>
                  <a:lnTo>
                    <a:pt x="304983" y="10542905"/>
                  </a:lnTo>
                  <a:cubicBezTo>
                    <a:pt x="304983" y="10552303"/>
                    <a:pt x="290057" y="10559797"/>
                    <a:pt x="271897" y="10559797"/>
                  </a:cubicBezTo>
                  <a:lnTo>
                    <a:pt x="33085" y="10559797"/>
                  </a:lnTo>
                  <a:cubicBezTo>
                    <a:pt x="14677" y="10559797"/>
                    <a:pt x="0" y="10552176"/>
                    <a:pt x="0" y="10542905"/>
                  </a:cubicBezTo>
                  <a:lnTo>
                    <a:pt x="0" y="16891"/>
                  </a:lnTo>
                  <a:cubicBezTo>
                    <a:pt x="0" y="7620"/>
                    <a:pt x="14926" y="0"/>
                    <a:pt x="33085" y="0"/>
                  </a:cubicBezTo>
                  <a:moveTo>
                    <a:pt x="33085" y="33909"/>
                  </a:moveTo>
                  <a:lnTo>
                    <a:pt x="33085" y="16891"/>
                  </a:lnTo>
                  <a:lnTo>
                    <a:pt x="66420" y="16891"/>
                  </a:lnTo>
                  <a:lnTo>
                    <a:pt x="66420" y="10542905"/>
                  </a:lnTo>
                  <a:lnTo>
                    <a:pt x="33085" y="10542905"/>
                  </a:lnTo>
                  <a:lnTo>
                    <a:pt x="33085" y="10526014"/>
                  </a:lnTo>
                  <a:lnTo>
                    <a:pt x="271897" y="10526014"/>
                  </a:lnTo>
                  <a:lnTo>
                    <a:pt x="271897" y="10542905"/>
                  </a:lnTo>
                  <a:lnTo>
                    <a:pt x="238812" y="10542905"/>
                  </a:lnTo>
                  <a:lnTo>
                    <a:pt x="238812" y="16891"/>
                  </a:lnTo>
                  <a:lnTo>
                    <a:pt x="271897" y="16891"/>
                  </a:lnTo>
                  <a:lnTo>
                    <a:pt x="271897" y="33909"/>
                  </a:lnTo>
                  <a:lnTo>
                    <a:pt x="33085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DOCUMENTATION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31520" y="914400"/>
            <a:ext cx="16459200" cy="1005840"/>
            <a:chOff x="0" y="0"/>
            <a:chExt cx="21945600" cy="1341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23825"/>
              <a:ext cx="21945600" cy="14649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7200"/>
                </a:lnSpc>
              </a:pPr>
              <a:r>
                <a:rPr lang="en-US" sz="6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Diagrams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731520" y="2014052"/>
            <a:ext cx="16527780" cy="7919885"/>
            <a:chOff x="0" y="0"/>
            <a:chExt cx="22037040" cy="105598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33085" y="16891"/>
              <a:ext cx="21970696" cy="10526014"/>
            </a:xfrm>
            <a:custGeom>
              <a:avLst/>
              <a:gdLst/>
              <a:ahLst/>
              <a:cxnLst/>
              <a:rect r="r" b="b" t="t" l="l"/>
              <a:pathLst>
                <a:path h="10526014" w="21970696">
                  <a:moveTo>
                    <a:pt x="0" y="0"/>
                  </a:moveTo>
                  <a:lnTo>
                    <a:pt x="21970696" y="0"/>
                  </a:lnTo>
                  <a:lnTo>
                    <a:pt x="21970696" y="10526014"/>
                  </a:lnTo>
                  <a:lnTo>
                    <a:pt x="0" y="10526014"/>
                  </a:lnTo>
                  <a:close/>
                </a:path>
              </a:pathLst>
            </a:custGeom>
            <a:solidFill>
              <a:srgbClr val="27272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2036866" cy="10559797"/>
            </a:xfrm>
            <a:custGeom>
              <a:avLst/>
              <a:gdLst/>
              <a:ahLst/>
              <a:cxnLst/>
              <a:rect r="r" b="b" t="t" l="l"/>
              <a:pathLst>
                <a:path h="10559797" w="22036866">
                  <a:moveTo>
                    <a:pt x="33085" y="0"/>
                  </a:moveTo>
                  <a:lnTo>
                    <a:pt x="22003781" y="0"/>
                  </a:lnTo>
                  <a:cubicBezTo>
                    <a:pt x="22022189" y="0"/>
                    <a:pt x="22036866" y="7620"/>
                    <a:pt x="22036866" y="16891"/>
                  </a:cubicBezTo>
                  <a:lnTo>
                    <a:pt x="22036866" y="10542905"/>
                  </a:lnTo>
                  <a:cubicBezTo>
                    <a:pt x="22036866" y="10552303"/>
                    <a:pt x="22021941" y="10559797"/>
                    <a:pt x="22003781" y="10559797"/>
                  </a:cubicBezTo>
                  <a:lnTo>
                    <a:pt x="33085" y="10559797"/>
                  </a:lnTo>
                  <a:cubicBezTo>
                    <a:pt x="14677" y="10559797"/>
                    <a:pt x="0" y="10552176"/>
                    <a:pt x="0" y="10542905"/>
                  </a:cubicBezTo>
                  <a:lnTo>
                    <a:pt x="0" y="16891"/>
                  </a:lnTo>
                  <a:cubicBezTo>
                    <a:pt x="0" y="7620"/>
                    <a:pt x="14926" y="0"/>
                    <a:pt x="33085" y="0"/>
                  </a:cubicBezTo>
                  <a:moveTo>
                    <a:pt x="33085" y="33909"/>
                  </a:moveTo>
                  <a:lnTo>
                    <a:pt x="33085" y="16891"/>
                  </a:lnTo>
                  <a:lnTo>
                    <a:pt x="66420" y="16891"/>
                  </a:lnTo>
                  <a:lnTo>
                    <a:pt x="66420" y="10542905"/>
                  </a:lnTo>
                  <a:lnTo>
                    <a:pt x="33085" y="10542905"/>
                  </a:lnTo>
                  <a:lnTo>
                    <a:pt x="33085" y="10526014"/>
                  </a:lnTo>
                  <a:lnTo>
                    <a:pt x="22003781" y="10526014"/>
                  </a:lnTo>
                  <a:lnTo>
                    <a:pt x="22003781" y="10542905"/>
                  </a:lnTo>
                  <a:lnTo>
                    <a:pt x="21970696" y="10542905"/>
                  </a:lnTo>
                  <a:lnTo>
                    <a:pt x="21970696" y="16891"/>
                  </a:lnTo>
                  <a:lnTo>
                    <a:pt x="22003781" y="16891"/>
                  </a:lnTo>
                  <a:lnTo>
                    <a:pt x="22003781" y="33909"/>
                  </a:lnTo>
                  <a:lnTo>
                    <a:pt x="33085" y="33909"/>
                  </a:lnTo>
                  <a:close/>
                </a:path>
              </a:pathLst>
            </a:custGeom>
            <a:solidFill>
              <a:srgbClr val="3F3F46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31520" y="2014052"/>
            <a:ext cx="166885" cy="7919885"/>
            <a:chOff x="0" y="0"/>
            <a:chExt cx="222513" cy="1055984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24127" y="16891"/>
              <a:ext cx="174150" cy="10526014"/>
            </a:xfrm>
            <a:custGeom>
              <a:avLst/>
              <a:gdLst/>
              <a:ahLst/>
              <a:cxnLst/>
              <a:rect r="r" b="b" t="t" l="l"/>
              <a:pathLst>
                <a:path h="10526014" w="174150">
                  <a:moveTo>
                    <a:pt x="0" y="0"/>
                  </a:moveTo>
                  <a:lnTo>
                    <a:pt x="174150" y="0"/>
                  </a:lnTo>
                  <a:lnTo>
                    <a:pt x="174150" y="10526014"/>
                  </a:lnTo>
                  <a:lnTo>
                    <a:pt x="0" y="10526014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22404" cy="10559797"/>
            </a:xfrm>
            <a:custGeom>
              <a:avLst/>
              <a:gdLst/>
              <a:ahLst/>
              <a:cxnLst/>
              <a:rect r="r" b="b" t="t" l="l"/>
              <a:pathLst>
                <a:path h="10559797" w="222404">
                  <a:moveTo>
                    <a:pt x="24127" y="0"/>
                  </a:moveTo>
                  <a:lnTo>
                    <a:pt x="198277" y="0"/>
                  </a:lnTo>
                  <a:cubicBezTo>
                    <a:pt x="211701" y="0"/>
                    <a:pt x="222404" y="7620"/>
                    <a:pt x="222404" y="16891"/>
                  </a:cubicBezTo>
                  <a:lnTo>
                    <a:pt x="222404" y="10542905"/>
                  </a:lnTo>
                  <a:cubicBezTo>
                    <a:pt x="222404" y="10552303"/>
                    <a:pt x="211520" y="10559797"/>
                    <a:pt x="198277" y="10559797"/>
                  </a:cubicBezTo>
                  <a:lnTo>
                    <a:pt x="24127" y="10559797"/>
                  </a:lnTo>
                  <a:cubicBezTo>
                    <a:pt x="10703" y="10559797"/>
                    <a:pt x="0" y="10552176"/>
                    <a:pt x="0" y="10542905"/>
                  </a:cubicBezTo>
                  <a:lnTo>
                    <a:pt x="0" y="16891"/>
                  </a:lnTo>
                  <a:cubicBezTo>
                    <a:pt x="0" y="7620"/>
                    <a:pt x="10884" y="0"/>
                    <a:pt x="24127" y="0"/>
                  </a:cubicBezTo>
                  <a:moveTo>
                    <a:pt x="24127" y="33909"/>
                  </a:moveTo>
                  <a:lnTo>
                    <a:pt x="24127" y="16891"/>
                  </a:lnTo>
                  <a:lnTo>
                    <a:pt x="48435" y="16891"/>
                  </a:lnTo>
                  <a:lnTo>
                    <a:pt x="48435" y="10542905"/>
                  </a:lnTo>
                  <a:lnTo>
                    <a:pt x="24127" y="10542905"/>
                  </a:lnTo>
                  <a:lnTo>
                    <a:pt x="24127" y="10526014"/>
                  </a:lnTo>
                  <a:lnTo>
                    <a:pt x="198277" y="10526014"/>
                  </a:lnTo>
                  <a:lnTo>
                    <a:pt x="198277" y="10542905"/>
                  </a:lnTo>
                  <a:lnTo>
                    <a:pt x="174150" y="10542905"/>
                  </a:lnTo>
                  <a:lnTo>
                    <a:pt x="174150" y="16891"/>
                  </a:lnTo>
                  <a:lnTo>
                    <a:pt x="198277" y="16891"/>
                  </a:lnTo>
                  <a:lnTo>
                    <a:pt x="198277" y="33909"/>
                  </a:lnTo>
                  <a:lnTo>
                    <a:pt x="24127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209168" y="3602698"/>
            <a:ext cx="15572484" cy="6034338"/>
          </a:xfrm>
          <a:custGeom>
            <a:avLst/>
            <a:gdLst/>
            <a:ahLst/>
            <a:cxnLst/>
            <a:rect r="r" b="b" t="t" l="l"/>
            <a:pathLst>
              <a:path h="6034338" w="15572484">
                <a:moveTo>
                  <a:pt x="0" y="0"/>
                </a:moveTo>
                <a:lnTo>
                  <a:pt x="15572484" y="0"/>
                </a:lnTo>
                <a:lnTo>
                  <a:pt x="15572484" y="6034338"/>
                </a:lnTo>
                <a:lnTo>
                  <a:pt x="0" y="603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402732" y="2115903"/>
            <a:ext cx="11110475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true">
                <a:solidFill>
                  <a:srgbClr val="F4F4F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Class Diagram (Flutter)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226869" y="2573103"/>
            <a:ext cx="8660892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520"/>
              </a:lnSpc>
            </a:pPr>
            <a:r>
              <a:rPr lang="en-US" sz="2100">
                <a:solidFill>
                  <a:srgbClr val="A1A1AA"/>
                </a:solidFill>
                <a:latin typeface="Calibri (MS)"/>
                <a:ea typeface="Calibri (MS)"/>
                <a:cs typeface="Calibri (MS)"/>
                <a:sym typeface="Calibri (MS)"/>
              </a:rPr>
              <a:t>Flutter mobile app class structure — pages, widgets, services, and models. Covers DashboardPage, ApiService, AppDrawer, and data model classes.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22C55E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2C55E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731520" y="365760"/>
            <a:ext cx="7315200" cy="457200"/>
            <a:chOff x="0" y="0"/>
            <a:chExt cx="9753600" cy="6096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9753600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b="true" sz="1800" spc="599">
                  <a:solidFill>
                    <a:srgbClr val="7C3AED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PLANNING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19789" y="1028700"/>
            <a:ext cx="4399117" cy="1770498"/>
            <a:chOff x="0" y="0"/>
            <a:chExt cx="5865490" cy="23606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865490" cy="2360664"/>
            </a:xfrm>
            <a:custGeom>
              <a:avLst/>
              <a:gdLst/>
              <a:ahLst/>
              <a:cxnLst/>
              <a:rect r="r" b="b" t="t" l="l"/>
              <a:pathLst>
                <a:path h="2360664" w="5865490">
                  <a:moveTo>
                    <a:pt x="0" y="0"/>
                  </a:moveTo>
                  <a:lnTo>
                    <a:pt x="5865490" y="0"/>
                  </a:lnTo>
                  <a:lnTo>
                    <a:pt x="5865490" y="2360664"/>
                  </a:lnTo>
                  <a:lnTo>
                    <a:pt x="0" y="23606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52734" r="-274147" b="-109545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14300"/>
              <a:ext cx="5865490" cy="2474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Gantt Chart </a:t>
              </a:r>
            </a:p>
            <a:p>
              <a:pPr algn="l">
                <a:lnSpc>
                  <a:spcPts val="6000"/>
                </a:lnSpc>
              </a:pPr>
              <a:r>
                <a:rPr lang="en-US" sz="50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Project Timeline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5130637" y="594360"/>
            <a:ext cx="12783669" cy="9172282"/>
          </a:xfrm>
          <a:custGeom>
            <a:avLst/>
            <a:gdLst/>
            <a:ahLst/>
            <a:cxnLst/>
            <a:rect r="r" b="b" t="t" l="l"/>
            <a:pathLst>
              <a:path h="9172282" w="12783669">
                <a:moveTo>
                  <a:pt x="0" y="0"/>
                </a:moveTo>
                <a:lnTo>
                  <a:pt x="12783669" y="0"/>
                </a:lnTo>
                <a:lnTo>
                  <a:pt x="12783669" y="9172282"/>
                </a:lnTo>
                <a:lnTo>
                  <a:pt x="0" y="91722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18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841497" y="-1841497"/>
            <a:ext cx="9169403" cy="9169403"/>
            <a:chOff x="0" y="0"/>
            <a:chExt cx="12225871" cy="1222587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12192000" cy="12192000"/>
            </a:xfrm>
            <a:custGeom>
              <a:avLst/>
              <a:gdLst/>
              <a:ahLst/>
              <a:cxnLst/>
              <a:rect r="r" b="b" t="t" l="l"/>
              <a:pathLst>
                <a:path h="12192000" w="12192000">
                  <a:moveTo>
                    <a:pt x="0" y="6096000"/>
                  </a:moveTo>
                  <a:cubicBezTo>
                    <a:pt x="0" y="2729230"/>
                    <a:pt x="2729230" y="0"/>
                    <a:pt x="6096000" y="0"/>
                  </a:cubicBezTo>
                  <a:cubicBezTo>
                    <a:pt x="9462770" y="0"/>
                    <a:pt x="12192000" y="2729230"/>
                    <a:pt x="12192000" y="6096000"/>
                  </a:cubicBezTo>
                  <a:cubicBezTo>
                    <a:pt x="12192000" y="9462770"/>
                    <a:pt x="9462770" y="12192000"/>
                    <a:pt x="6096000" y="12192000"/>
                  </a:cubicBezTo>
                  <a:cubicBezTo>
                    <a:pt x="2729230" y="12192000"/>
                    <a:pt x="0" y="9462770"/>
                    <a:pt x="0" y="6096000"/>
                  </a:cubicBezTo>
                  <a:close/>
                </a:path>
              </a:pathLst>
            </a:custGeom>
            <a:solidFill>
              <a:srgbClr val="7C3AED">
                <a:alpha val="784"/>
              </a:srgbClr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225909" cy="12225782"/>
            </a:xfrm>
            <a:custGeom>
              <a:avLst/>
              <a:gdLst/>
              <a:ahLst/>
              <a:cxnLst/>
              <a:rect r="r" b="b" t="t" l="l"/>
              <a:pathLst>
                <a:path h="12225782" w="12225909">
                  <a:moveTo>
                    <a:pt x="0" y="6112891"/>
                  </a:moveTo>
                  <a:cubicBezTo>
                    <a:pt x="0" y="2736850"/>
                    <a:pt x="2736850" y="0"/>
                    <a:pt x="6112891" y="0"/>
                  </a:cubicBezTo>
                  <a:lnTo>
                    <a:pt x="6112891" y="16891"/>
                  </a:lnTo>
                  <a:lnTo>
                    <a:pt x="6112891" y="0"/>
                  </a:lnTo>
                  <a:cubicBezTo>
                    <a:pt x="9489059" y="0"/>
                    <a:pt x="12225909" y="2736850"/>
                    <a:pt x="12225909" y="6112891"/>
                  </a:cubicBezTo>
                  <a:cubicBezTo>
                    <a:pt x="12225909" y="9488932"/>
                    <a:pt x="9489059" y="12225782"/>
                    <a:pt x="6113018" y="12225782"/>
                  </a:cubicBezTo>
                  <a:lnTo>
                    <a:pt x="6113018" y="12208890"/>
                  </a:lnTo>
                  <a:lnTo>
                    <a:pt x="6113018" y="12225782"/>
                  </a:lnTo>
                  <a:cubicBezTo>
                    <a:pt x="2736850" y="12225909"/>
                    <a:pt x="0" y="9489059"/>
                    <a:pt x="0" y="6112891"/>
                  </a:cubicBezTo>
                  <a:lnTo>
                    <a:pt x="16891" y="6112891"/>
                  </a:lnTo>
                  <a:lnTo>
                    <a:pt x="31115" y="6122035"/>
                  </a:lnTo>
                  <a:cubicBezTo>
                    <a:pt x="27051" y="6128385"/>
                    <a:pt x="19304" y="6131179"/>
                    <a:pt x="12065" y="6129147"/>
                  </a:cubicBezTo>
                  <a:cubicBezTo>
                    <a:pt x="4826" y="6127115"/>
                    <a:pt x="0" y="6120384"/>
                    <a:pt x="0" y="6112891"/>
                  </a:cubicBezTo>
                  <a:moveTo>
                    <a:pt x="33909" y="6112891"/>
                  </a:moveTo>
                  <a:lnTo>
                    <a:pt x="16891" y="6112891"/>
                  </a:lnTo>
                  <a:lnTo>
                    <a:pt x="2667" y="6103747"/>
                  </a:lnTo>
                  <a:cubicBezTo>
                    <a:pt x="6731" y="6097397"/>
                    <a:pt x="14478" y="6094603"/>
                    <a:pt x="21717" y="6096635"/>
                  </a:cubicBezTo>
                  <a:cubicBezTo>
                    <a:pt x="28956" y="6098667"/>
                    <a:pt x="33909" y="6105398"/>
                    <a:pt x="33909" y="6112891"/>
                  </a:cubicBezTo>
                  <a:cubicBezTo>
                    <a:pt x="33909" y="9470263"/>
                    <a:pt x="2755519" y="12192000"/>
                    <a:pt x="6112891" y="12192000"/>
                  </a:cubicBezTo>
                  <a:cubicBezTo>
                    <a:pt x="9470263" y="12192000"/>
                    <a:pt x="12192000" y="9470263"/>
                    <a:pt x="12192000" y="6112891"/>
                  </a:cubicBezTo>
                  <a:lnTo>
                    <a:pt x="12208891" y="6112891"/>
                  </a:lnTo>
                  <a:lnTo>
                    <a:pt x="12192000" y="6112891"/>
                  </a:lnTo>
                  <a:cubicBezTo>
                    <a:pt x="12192000" y="2755519"/>
                    <a:pt x="9470263" y="33909"/>
                    <a:pt x="6112891" y="33909"/>
                  </a:cubicBezTo>
                  <a:lnTo>
                    <a:pt x="6112891" y="16891"/>
                  </a:lnTo>
                  <a:lnTo>
                    <a:pt x="6112891" y="33909"/>
                  </a:lnTo>
                  <a:cubicBezTo>
                    <a:pt x="2755519" y="33909"/>
                    <a:pt x="33909" y="2755519"/>
                    <a:pt x="33909" y="6112891"/>
                  </a:cubicBezTo>
                  <a:close/>
                </a:path>
              </a:pathLst>
            </a:custGeom>
            <a:solidFill>
              <a:srgbClr val="7C3AED">
                <a:alpha val="784"/>
              </a:srgbClr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12788903" y="4559303"/>
            <a:ext cx="8255003" cy="8255003"/>
            <a:chOff x="0" y="0"/>
            <a:chExt cx="11006671" cy="11006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0972800" cy="10972800"/>
            </a:xfrm>
            <a:custGeom>
              <a:avLst/>
              <a:gdLst/>
              <a:ahLst/>
              <a:cxnLst/>
              <a:rect r="r" b="b" t="t" l="l"/>
              <a:pathLst>
                <a:path h="10972800" w="10972800">
                  <a:moveTo>
                    <a:pt x="0" y="5486400"/>
                  </a:moveTo>
                  <a:cubicBezTo>
                    <a:pt x="0" y="2456307"/>
                    <a:pt x="2456307" y="0"/>
                    <a:pt x="5486400" y="0"/>
                  </a:cubicBezTo>
                  <a:cubicBezTo>
                    <a:pt x="8516493" y="0"/>
                    <a:pt x="10972800" y="2456307"/>
                    <a:pt x="10972800" y="5486400"/>
                  </a:cubicBezTo>
                  <a:cubicBezTo>
                    <a:pt x="10972800" y="8516493"/>
                    <a:pt x="8516493" y="10972800"/>
                    <a:pt x="5486400" y="10972800"/>
                  </a:cubicBezTo>
                  <a:cubicBezTo>
                    <a:pt x="2456307" y="10972800"/>
                    <a:pt x="0" y="8516493"/>
                    <a:pt x="0" y="5486400"/>
                  </a:cubicBezTo>
                  <a:close/>
                </a:path>
              </a:pathLst>
            </a:custGeom>
            <a:solidFill>
              <a:srgbClr val="22C55E">
                <a:alpha val="392"/>
              </a:srgbClr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06709" cy="11006582"/>
            </a:xfrm>
            <a:custGeom>
              <a:avLst/>
              <a:gdLst/>
              <a:ahLst/>
              <a:cxnLst/>
              <a:rect r="r" b="b" t="t" l="l"/>
              <a:pathLst>
                <a:path h="11006582" w="11006709">
                  <a:moveTo>
                    <a:pt x="0" y="5503291"/>
                  </a:moveTo>
                  <a:cubicBezTo>
                    <a:pt x="0" y="2463927"/>
                    <a:pt x="2463927" y="0"/>
                    <a:pt x="5503291" y="0"/>
                  </a:cubicBezTo>
                  <a:lnTo>
                    <a:pt x="5503291" y="16891"/>
                  </a:lnTo>
                  <a:lnTo>
                    <a:pt x="5503291" y="0"/>
                  </a:lnTo>
                  <a:cubicBezTo>
                    <a:pt x="8542782" y="0"/>
                    <a:pt x="11006709" y="2463927"/>
                    <a:pt x="11006709" y="5503291"/>
                  </a:cubicBezTo>
                  <a:lnTo>
                    <a:pt x="10989818" y="5503291"/>
                  </a:lnTo>
                  <a:lnTo>
                    <a:pt x="11006709" y="5503291"/>
                  </a:lnTo>
                  <a:cubicBezTo>
                    <a:pt x="11006709" y="8542655"/>
                    <a:pt x="8542782" y="11006582"/>
                    <a:pt x="5503418" y="11006582"/>
                  </a:cubicBezTo>
                  <a:lnTo>
                    <a:pt x="5503418" y="10989690"/>
                  </a:lnTo>
                  <a:lnTo>
                    <a:pt x="5503418" y="11006582"/>
                  </a:lnTo>
                  <a:cubicBezTo>
                    <a:pt x="2463927" y="11006709"/>
                    <a:pt x="0" y="8542782"/>
                    <a:pt x="0" y="5503291"/>
                  </a:cubicBezTo>
                  <a:lnTo>
                    <a:pt x="16891" y="5503291"/>
                  </a:lnTo>
                  <a:lnTo>
                    <a:pt x="33909" y="5503291"/>
                  </a:lnTo>
                  <a:lnTo>
                    <a:pt x="16891" y="5503291"/>
                  </a:lnTo>
                  <a:lnTo>
                    <a:pt x="0" y="5503291"/>
                  </a:lnTo>
                  <a:moveTo>
                    <a:pt x="33909" y="5503291"/>
                  </a:moveTo>
                  <a:cubicBezTo>
                    <a:pt x="33909" y="5512689"/>
                    <a:pt x="26289" y="5520182"/>
                    <a:pt x="17018" y="5520182"/>
                  </a:cubicBezTo>
                  <a:cubicBezTo>
                    <a:pt x="7747" y="5520182"/>
                    <a:pt x="0" y="5512689"/>
                    <a:pt x="0" y="5503291"/>
                  </a:cubicBezTo>
                  <a:cubicBezTo>
                    <a:pt x="0" y="5493893"/>
                    <a:pt x="7620" y="5486400"/>
                    <a:pt x="16891" y="5486400"/>
                  </a:cubicBezTo>
                  <a:cubicBezTo>
                    <a:pt x="26162" y="5486400"/>
                    <a:pt x="33782" y="5494020"/>
                    <a:pt x="33782" y="5503291"/>
                  </a:cubicBezTo>
                  <a:cubicBezTo>
                    <a:pt x="33909" y="8523986"/>
                    <a:pt x="2482596" y="10972800"/>
                    <a:pt x="5503291" y="10972800"/>
                  </a:cubicBezTo>
                  <a:cubicBezTo>
                    <a:pt x="8523986" y="10972800"/>
                    <a:pt x="10972800" y="8523986"/>
                    <a:pt x="10972800" y="5503291"/>
                  </a:cubicBezTo>
                  <a:cubicBezTo>
                    <a:pt x="10972800" y="2482596"/>
                    <a:pt x="8523986" y="33909"/>
                    <a:pt x="5503291" y="33909"/>
                  </a:cubicBezTo>
                  <a:lnTo>
                    <a:pt x="5503291" y="16891"/>
                  </a:lnTo>
                  <a:lnTo>
                    <a:pt x="5503291" y="33909"/>
                  </a:lnTo>
                  <a:cubicBezTo>
                    <a:pt x="2482596" y="33909"/>
                    <a:pt x="33909" y="2482596"/>
                    <a:pt x="33909" y="5503291"/>
                  </a:cubicBezTo>
                  <a:close/>
                </a:path>
              </a:pathLst>
            </a:custGeom>
            <a:solidFill>
              <a:srgbClr val="22C55E">
                <a:alpha val="392"/>
              </a:srgbClr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14400" y="2194560"/>
            <a:ext cx="16459200" cy="2194560"/>
            <a:chOff x="0" y="0"/>
            <a:chExt cx="21945600" cy="29260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2926080"/>
            </a:xfrm>
            <a:custGeom>
              <a:avLst/>
              <a:gdLst/>
              <a:ahLst/>
              <a:cxnLst/>
              <a:rect r="r" b="b" t="t" l="l"/>
              <a:pathLst>
                <a:path h="29260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6137" r="0" b="-9613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0"/>
              <a:ext cx="21945600" cy="32118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7280"/>
                </a:lnSpc>
              </a:pPr>
              <a:r>
                <a:rPr lang="en-US" sz="14400" b="true">
                  <a:solidFill>
                    <a:srgbClr val="F4F4F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Thank You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388103" y="4650743"/>
            <a:ext cx="5511803" cy="116843"/>
            <a:chOff x="0" y="0"/>
            <a:chExt cx="7349071" cy="155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7315200" cy="121920"/>
            </a:xfrm>
            <a:custGeom>
              <a:avLst/>
              <a:gdLst/>
              <a:ahLst/>
              <a:cxnLst/>
              <a:rect r="r" b="b" t="t" l="l"/>
              <a:pathLst>
                <a:path h="121920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7C3AE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48982" cy="155704"/>
            </a:xfrm>
            <a:custGeom>
              <a:avLst/>
              <a:gdLst/>
              <a:ahLst/>
              <a:cxnLst/>
              <a:rect r="r" b="b" t="t" l="l"/>
              <a:pathLst>
                <a:path h="155704" w="7348982">
                  <a:moveTo>
                    <a:pt x="16891" y="0"/>
                  </a:moveTo>
                  <a:lnTo>
                    <a:pt x="7332091" y="0"/>
                  </a:lnTo>
                  <a:cubicBezTo>
                    <a:pt x="7341489" y="0"/>
                    <a:pt x="7348982" y="7620"/>
                    <a:pt x="7348982" y="16891"/>
                  </a:cubicBezTo>
                  <a:lnTo>
                    <a:pt x="7348982" y="138811"/>
                  </a:lnTo>
                  <a:cubicBezTo>
                    <a:pt x="7348982" y="148209"/>
                    <a:pt x="7341362" y="155702"/>
                    <a:pt x="7332091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7332091" y="121920"/>
                  </a:lnTo>
                  <a:lnTo>
                    <a:pt x="7332091" y="138811"/>
                  </a:lnTo>
                  <a:lnTo>
                    <a:pt x="7315200" y="138811"/>
                  </a:lnTo>
                  <a:lnTo>
                    <a:pt x="7315200" y="16891"/>
                  </a:lnTo>
                  <a:lnTo>
                    <a:pt x="7332091" y="16891"/>
                  </a:lnTo>
                  <a:lnTo>
                    <a:pt x="7332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C3AED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914400" y="5120640"/>
            <a:ext cx="16459200" cy="1005840"/>
            <a:chOff x="0" y="0"/>
            <a:chExt cx="21945600" cy="134112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945600" cy="1341120"/>
            </a:xfrm>
            <a:custGeom>
              <a:avLst/>
              <a:gdLst/>
              <a:ahLst/>
              <a:cxnLst/>
              <a:rect r="r" b="b" t="t" l="l"/>
              <a:pathLst>
                <a:path h="13411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8846" r="0" b="-268846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21945600" cy="14458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240"/>
                </a:lnSpc>
              </a:pPr>
              <a:r>
                <a:rPr lang="en-US" sz="52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Questions?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14400" y="6583680"/>
            <a:ext cx="16459200" cy="640080"/>
            <a:chOff x="0" y="0"/>
            <a:chExt cx="21945600" cy="85344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853440"/>
            </a:xfrm>
            <a:custGeom>
              <a:avLst/>
              <a:gdLst/>
              <a:ahLst/>
              <a:cxnLst/>
              <a:rect r="r" b="b" t="t" l="l"/>
              <a:pathLst>
                <a:path h="85344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51043" r="0" b="-45104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1945600" cy="91059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7C3AED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github.com/LuizGomes56/poosd_final_project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9326880"/>
            <a:ext cx="16459200" cy="512064"/>
            <a:chOff x="0" y="0"/>
            <a:chExt cx="21945600" cy="68275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682752"/>
            </a:xfrm>
            <a:custGeom>
              <a:avLst/>
              <a:gdLst/>
              <a:ahLst/>
              <a:cxnLst/>
              <a:rect r="r" b="b" t="t" l="l"/>
              <a:pathLst>
                <a:path h="68275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6304" r="0" b="-576304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1945600" cy="7303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sz="2200">
                  <a:solidFill>
                    <a:srgbClr val="A1A1A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COP 4331  ·  UCF Spring 2026  ·  April 16, 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DAHG8cq1mcg</dc:identifier>
  <dcterms:modified xsi:type="dcterms:W3CDTF">2011-08-01T06:04:30Z</dcterms:modified>
  <cp:revision>1</cp:revision>
  <dc:title>EduCMS_Presentation.pptx</dc:title>
</cp:coreProperties>
</file>